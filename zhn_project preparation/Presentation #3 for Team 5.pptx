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Golos Text"/>
      <p:regular r:id="rId16"/>
      <p:bold r:id="rId17"/>
    </p:embeddedFont>
    <p:embeddedFont>
      <p:font typeface="PT Sans"/>
      <p:regular r:id="rId18"/>
      <p:bold r:id="rId19"/>
      <p:italic r:id="rId20"/>
      <p:boldItalic r:id="rId21"/>
    </p:embeddedFont>
    <p:embeddedFont>
      <p:font typeface="DM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TSans-italic.fntdata"/><Relationship Id="rId22" Type="http://schemas.openxmlformats.org/officeDocument/2006/relationships/font" Target="fonts/DMSans-regular.fntdata"/><Relationship Id="rId21" Type="http://schemas.openxmlformats.org/officeDocument/2006/relationships/font" Target="fonts/PTSans-boldItalic.fntdata"/><Relationship Id="rId24" Type="http://schemas.openxmlformats.org/officeDocument/2006/relationships/font" Target="fonts/DMSans-italic.fntdata"/><Relationship Id="rId23" Type="http://schemas.openxmlformats.org/officeDocument/2006/relationships/font" Target="fonts/DM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GolosText-bold.fntdata"/><Relationship Id="rId16" Type="http://schemas.openxmlformats.org/officeDocument/2006/relationships/font" Target="fonts/GolosText-regular.fntdata"/><Relationship Id="rId19" Type="http://schemas.openxmlformats.org/officeDocument/2006/relationships/font" Target="fonts/PTSans-bold.fntdata"/><Relationship Id="rId18" Type="http://schemas.openxmlformats.org/officeDocument/2006/relationships/font" Target="fonts/PT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1fd100d434_1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1fd100d434_1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16d21bc4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16d21bc4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annie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a16d21bc46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a16d21bc46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16d21bc46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a16d21bc46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annie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16d21bc46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a16d21bc4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a16d21bc46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a16d21bc46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annie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a16d21bc46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a16d21bc46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16d21bc4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a16d21bc4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annie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a16d21bc46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a16d21bc46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a16d21bc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a16d21bc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8b26151798_5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8b26151798_5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isabella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25975" y="1145437"/>
            <a:ext cx="7692000" cy="23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 sz="1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296082" y="441300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2796926" y="181671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38545" y="360825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720000" y="2507700"/>
            <a:ext cx="4281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hasCustomPrompt="1" idx="2" type="title"/>
          </p:nvPr>
        </p:nvSpPr>
        <p:spPr>
          <a:xfrm>
            <a:off x="720000" y="1153075"/>
            <a:ext cx="1353000" cy="13461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720000" y="3412825"/>
            <a:ext cx="4281000" cy="4170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1491251" y="374896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757470" y="457912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063351"/>
            <a:ext cx="7704000" cy="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8702800" y="3766800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115120" y="114288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24975" y="2095748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4305545" y="4679738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subTitle"/>
          </p:nvPr>
        </p:nvSpPr>
        <p:spPr>
          <a:xfrm>
            <a:off x="5044057" y="3586025"/>
            <a:ext cx="25281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571843" y="3585925"/>
            <a:ext cx="2528100" cy="6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5044057" y="3341575"/>
            <a:ext cx="25281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1571843" y="3341475"/>
            <a:ext cx="2528100" cy="3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33" name="Google Shape;33;p5"/>
          <p:cNvSpPr/>
          <p:nvPr/>
        </p:nvSpPr>
        <p:spPr>
          <a:xfrm>
            <a:off x="5130912" y="29055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2899850" y="473126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" name="Google Shape;37;p6"/>
          <p:cNvSpPr/>
          <p:nvPr/>
        </p:nvSpPr>
        <p:spPr>
          <a:xfrm>
            <a:off x="3968725" y="133452"/>
            <a:ext cx="243534" cy="223980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8635320" y="420470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720000" y="1576525"/>
            <a:ext cx="4294800" cy="22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" name="Google Shape;42;p7"/>
          <p:cNvSpPr/>
          <p:nvPr/>
        </p:nvSpPr>
        <p:spPr>
          <a:xfrm>
            <a:off x="3090620" y="472595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7689613" y="173348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1048125" y="1307100"/>
            <a:ext cx="69864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8"/>
          <p:cNvSpPr/>
          <p:nvPr/>
        </p:nvSpPr>
        <p:spPr>
          <a:xfrm>
            <a:off x="8669725" y="3180325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8"/>
          <p:cNvSpPr/>
          <p:nvPr/>
        </p:nvSpPr>
        <p:spPr>
          <a:xfrm>
            <a:off x="364638" y="306583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8"/>
          <p:cNvSpPr/>
          <p:nvPr/>
        </p:nvSpPr>
        <p:spPr>
          <a:xfrm>
            <a:off x="4450232" y="20347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>
            <p:ph idx="2" type="pic"/>
          </p:nvPr>
        </p:nvSpPr>
        <p:spPr>
          <a:xfrm>
            <a:off x="-6475" y="-6475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720000" y="4041425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725975" y="1719338"/>
            <a:ext cx="7692000" cy="113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1284000" y="2927063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3773787" y="17770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5399875" y="481321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720000" y="223538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2" type="subTitle"/>
          </p:nvPr>
        </p:nvSpPr>
        <p:spPr>
          <a:xfrm>
            <a:off x="3419269" y="223538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3" type="subTitle"/>
          </p:nvPr>
        </p:nvSpPr>
        <p:spPr>
          <a:xfrm>
            <a:off x="720000" y="3970571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4" type="subTitle"/>
          </p:nvPr>
        </p:nvSpPr>
        <p:spPr>
          <a:xfrm>
            <a:off x="3419269" y="3970571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5" type="subTitle"/>
          </p:nvPr>
        </p:nvSpPr>
        <p:spPr>
          <a:xfrm>
            <a:off x="6118545" y="2235387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6" type="subTitle"/>
          </p:nvPr>
        </p:nvSpPr>
        <p:spPr>
          <a:xfrm>
            <a:off x="6118545" y="3970571"/>
            <a:ext cx="23055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hasCustomPrompt="1" idx="7" type="title"/>
          </p:nvPr>
        </p:nvSpPr>
        <p:spPr>
          <a:xfrm>
            <a:off x="1505400" y="142098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hasCustomPrompt="1" idx="8" type="title"/>
          </p:nvPr>
        </p:nvSpPr>
        <p:spPr>
          <a:xfrm>
            <a:off x="1505400" y="31591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hasCustomPrompt="1" idx="9" type="title"/>
          </p:nvPr>
        </p:nvSpPr>
        <p:spPr>
          <a:xfrm>
            <a:off x="4204669" y="142098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/>
          <p:nvPr>
            <p:ph hasCustomPrompt="1" idx="13" type="title"/>
          </p:nvPr>
        </p:nvSpPr>
        <p:spPr>
          <a:xfrm>
            <a:off x="4204669" y="31591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/>
          <p:nvPr>
            <p:ph hasCustomPrompt="1" idx="14" type="title"/>
          </p:nvPr>
        </p:nvSpPr>
        <p:spPr>
          <a:xfrm>
            <a:off x="6903945" y="142098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hasCustomPrompt="1" idx="15" type="title"/>
          </p:nvPr>
        </p:nvSpPr>
        <p:spPr>
          <a:xfrm>
            <a:off x="6903945" y="31591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 txBox="1"/>
          <p:nvPr>
            <p:ph idx="16" type="subTitle"/>
          </p:nvPr>
        </p:nvSpPr>
        <p:spPr>
          <a:xfrm>
            <a:off x="720000" y="1849179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6" name="Google Shape;76;p13"/>
          <p:cNvSpPr txBox="1"/>
          <p:nvPr>
            <p:ph idx="17" type="subTitle"/>
          </p:nvPr>
        </p:nvSpPr>
        <p:spPr>
          <a:xfrm>
            <a:off x="3419269" y="1849179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7" name="Google Shape;77;p13"/>
          <p:cNvSpPr txBox="1"/>
          <p:nvPr>
            <p:ph idx="18" type="subTitle"/>
          </p:nvPr>
        </p:nvSpPr>
        <p:spPr>
          <a:xfrm>
            <a:off x="720000" y="3589571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8" name="Google Shape;78;p13"/>
          <p:cNvSpPr txBox="1"/>
          <p:nvPr>
            <p:ph idx="19" type="subTitle"/>
          </p:nvPr>
        </p:nvSpPr>
        <p:spPr>
          <a:xfrm>
            <a:off x="3419269" y="3589571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9" name="Google Shape;79;p13"/>
          <p:cNvSpPr txBox="1"/>
          <p:nvPr>
            <p:ph idx="20" type="subTitle"/>
          </p:nvPr>
        </p:nvSpPr>
        <p:spPr>
          <a:xfrm>
            <a:off x="6118545" y="1849179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80" name="Google Shape;80;p13"/>
          <p:cNvSpPr txBox="1"/>
          <p:nvPr>
            <p:ph idx="21" type="subTitle"/>
          </p:nvPr>
        </p:nvSpPr>
        <p:spPr>
          <a:xfrm>
            <a:off x="6118545" y="3589571"/>
            <a:ext cx="2305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81" name="Google Shape;81;p13"/>
          <p:cNvSpPr/>
          <p:nvPr/>
        </p:nvSpPr>
        <p:spPr>
          <a:xfrm>
            <a:off x="3482525" y="4739200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268095" y="3186588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5438825" y="169748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8668570" y="376945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type="title"/>
          </p:nvPr>
        </p:nvSpPr>
        <p:spPr>
          <a:xfrm>
            <a:off x="3849625" y="3158600"/>
            <a:ext cx="4568400" cy="53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1407325" y="1569625"/>
            <a:ext cx="7010700" cy="147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>
            <a:off x="4517825" y="224725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4"/>
          <p:cNvSpPr/>
          <p:nvPr/>
        </p:nvSpPr>
        <p:spPr>
          <a:xfrm>
            <a:off x="7382588" y="47584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3364798" y="246235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2" type="title"/>
          </p:nvPr>
        </p:nvSpPr>
        <p:spPr>
          <a:xfrm>
            <a:off x="7138701" y="1166025"/>
            <a:ext cx="1293600" cy="12879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15"/>
          <p:cNvSpPr txBox="1"/>
          <p:nvPr>
            <p:ph idx="1" type="subTitle"/>
          </p:nvPr>
        </p:nvSpPr>
        <p:spPr>
          <a:xfrm>
            <a:off x="4184750" y="3443675"/>
            <a:ext cx="4247700" cy="4170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 sz="1600">
                <a:solidFill>
                  <a:schemeClr val="accent5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94" name="Google Shape;94;p15"/>
          <p:cNvSpPr/>
          <p:nvPr/>
        </p:nvSpPr>
        <p:spPr>
          <a:xfrm>
            <a:off x="1612457" y="28437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6504020" y="479257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2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1072050" y="2583900"/>
            <a:ext cx="6999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8" name="Google Shape;98;p16"/>
          <p:cNvSpPr txBox="1"/>
          <p:nvPr>
            <p:ph hasCustomPrompt="1" idx="2" type="title"/>
          </p:nvPr>
        </p:nvSpPr>
        <p:spPr>
          <a:xfrm>
            <a:off x="3894300" y="1172475"/>
            <a:ext cx="1355400" cy="1326900"/>
          </a:xfrm>
          <a:prstGeom prst="rect">
            <a:avLst/>
          </a:prstGeom>
          <a:solidFill>
            <a:schemeClr val="accent1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16"/>
          <p:cNvSpPr txBox="1"/>
          <p:nvPr>
            <p:ph idx="1" type="subTitle"/>
          </p:nvPr>
        </p:nvSpPr>
        <p:spPr>
          <a:xfrm>
            <a:off x="2038200" y="3489025"/>
            <a:ext cx="50676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/>
          <p:nvPr/>
        </p:nvSpPr>
        <p:spPr>
          <a:xfrm>
            <a:off x="3434976" y="268621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5567595" y="467947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3276450" y="1910700"/>
            <a:ext cx="4270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" name="Google Shape;104;p17"/>
          <p:cNvSpPr txBox="1"/>
          <p:nvPr>
            <p:ph hasCustomPrompt="1" idx="2" type="title"/>
          </p:nvPr>
        </p:nvSpPr>
        <p:spPr>
          <a:xfrm>
            <a:off x="1787925" y="1957052"/>
            <a:ext cx="1230600" cy="1229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17"/>
          <p:cNvSpPr txBox="1"/>
          <p:nvPr>
            <p:ph idx="1" type="subTitle"/>
          </p:nvPr>
        </p:nvSpPr>
        <p:spPr>
          <a:xfrm>
            <a:off x="3276450" y="2765537"/>
            <a:ext cx="42705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4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526400" y="1898850"/>
            <a:ext cx="4266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8" name="Google Shape;108;p18"/>
          <p:cNvSpPr txBox="1"/>
          <p:nvPr>
            <p:ph hasCustomPrompt="1" idx="2" type="title"/>
          </p:nvPr>
        </p:nvSpPr>
        <p:spPr>
          <a:xfrm>
            <a:off x="6912454" y="1898853"/>
            <a:ext cx="1347000" cy="13458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9" name="Google Shape;109;p18"/>
          <p:cNvSpPr txBox="1"/>
          <p:nvPr>
            <p:ph idx="1" type="subTitle"/>
          </p:nvPr>
        </p:nvSpPr>
        <p:spPr>
          <a:xfrm>
            <a:off x="2526400" y="2828675"/>
            <a:ext cx="42663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/>
          <p:nvPr/>
        </p:nvSpPr>
        <p:spPr>
          <a:xfrm>
            <a:off x="5762612" y="476860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8665100" y="3974463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2904801" y="213546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SECTION_HEADER_5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2038200" y="2507700"/>
            <a:ext cx="5067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5" name="Google Shape;115;p19"/>
          <p:cNvSpPr txBox="1"/>
          <p:nvPr>
            <p:ph hasCustomPrompt="1" idx="2" type="title"/>
          </p:nvPr>
        </p:nvSpPr>
        <p:spPr>
          <a:xfrm>
            <a:off x="3927300" y="1211025"/>
            <a:ext cx="1289400" cy="12882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16" name="Google Shape;116;p19"/>
          <p:cNvSpPr txBox="1"/>
          <p:nvPr>
            <p:ph idx="1" type="subTitle"/>
          </p:nvPr>
        </p:nvSpPr>
        <p:spPr>
          <a:xfrm>
            <a:off x="2038200" y="3394927"/>
            <a:ext cx="50676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/>
          <p:nvPr/>
        </p:nvSpPr>
        <p:spPr>
          <a:xfrm>
            <a:off x="4352162" y="4772725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4131375" y="24406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subTitle"/>
          </p:nvPr>
        </p:nvSpPr>
        <p:spPr>
          <a:xfrm>
            <a:off x="4955006" y="3032630"/>
            <a:ext cx="2733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2" name="Google Shape;122;p20"/>
          <p:cNvSpPr txBox="1"/>
          <p:nvPr>
            <p:ph idx="2" type="subTitle"/>
          </p:nvPr>
        </p:nvSpPr>
        <p:spPr>
          <a:xfrm>
            <a:off x="1455400" y="3032630"/>
            <a:ext cx="2733600" cy="101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3" name="Google Shape;123;p20"/>
          <p:cNvSpPr txBox="1"/>
          <p:nvPr>
            <p:ph idx="3" type="subTitle"/>
          </p:nvPr>
        </p:nvSpPr>
        <p:spPr>
          <a:xfrm>
            <a:off x="4955008" y="2562825"/>
            <a:ext cx="273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24" name="Google Shape;124;p20"/>
          <p:cNvSpPr txBox="1"/>
          <p:nvPr>
            <p:ph idx="4" type="subTitle"/>
          </p:nvPr>
        </p:nvSpPr>
        <p:spPr>
          <a:xfrm>
            <a:off x="1455400" y="2562825"/>
            <a:ext cx="273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25" name="Google Shape;125;p20"/>
          <p:cNvSpPr/>
          <p:nvPr/>
        </p:nvSpPr>
        <p:spPr>
          <a:xfrm>
            <a:off x="245450" y="1760100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8582524" y="2737613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" type="subTitle"/>
          </p:nvPr>
        </p:nvSpPr>
        <p:spPr>
          <a:xfrm>
            <a:off x="831850" y="3027325"/>
            <a:ext cx="22386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2" type="subTitle"/>
          </p:nvPr>
        </p:nvSpPr>
        <p:spPr>
          <a:xfrm>
            <a:off x="3452700" y="3027325"/>
            <a:ext cx="22386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3" type="subTitle"/>
          </p:nvPr>
        </p:nvSpPr>
        <p:spPr>
          <a:xfrm>
            <a:off x="6073556" y="3027325"/>
            <a:ext cx="22386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4" type="subTitle"/>
          </p:nvPr>
        </p:nvSpPr>
        <p:spPr>
          <a:xfrm>
            <a:off x="831850" y="2704325"/>
            <a:ext cx="2238600" cy="43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33" name="Google Shape;133;p21"/>
          <p:cNvSpPr txBox="1"/>
          <p:nvPr>
            <p:ph idx="5" type="subTitle"/>
          </p:nvPr>
        </p:nvSpPr>
        <p:spPr>
          <a:xfrm>
            <a:off x="3452700" y="2704325"/>
            <a:ext cx="2238600" cy="43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34" name="Google Shape;134;p21"/>
          <p:cNvSpPr txBox="1"/>
          <p:nvPr>
            <p:ph idx="6" type="subTitle"/>
          </p:nvPr>
        </p:nvSpPr>
        <p:spPr>
          <a:xfrm>
            <a:off x="6073557" y="2704325"/>
            <a:ext cx="2238600" cy="43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35" name="Google Shape;135;p21"/>
          <p:cNvSpPr/>
          <p:nvPr/>
        </p:nvSpPr>
        <p:spPr>
          <a:xfrm>
            <a:off x="8587650" y="927325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1"/>
          <p:cNvSpPr/>
          <p:nvPr/>
        </p:nvSpPr>
        <p:spPr>
          <a:xfrm>
            <a:off x="209945" y="213832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" type="subTitle"/>
          </p:nvPr>
        </p:nvSpPr>
        <p:spPr>
          <a:xfrm>
            <a:off x="2332149" y="20523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2" type="subTitle"/>
          </p:nvPr>
        </p:nvSpPr>
        <p:spPr>
          <a:xfrm>
            <a:off x="5715053" y="20523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3" type="subTitle"/>
          </p:nvPr>
        </p:nvSpPr>
        <p:spPr>
          <a:xfrm>
            <a:off x="2332149" y="34857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4" type="subTitle"/>
          </p:nvPr>
        </p:nvSpPr>
        <p:spPr>
          <a:xfrm>
            <a:off x="5715053" y="34857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2"/>
          <p:cNvSpPr txBox="1"/>
          <p:nvPr>
            <p:ph idx="5" type="subTitle"/>
          </p:nvPr>
        </p:nvSpPr>
        <p:spPr>
          <a:xfrm>
            <a:off x="2332149" y="1745475"/>
            <a:ext cx="19782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6" type="subTitle"/>
          </p:nvPr>
        </p:nvSpPr>
        <p:spPr>
          <a:xfrm>
            <a:off x="5715051" y="1745475"/>
            <a:ext cx="19782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7" type="subTitle"/>
          </p:nvPr>
        </p:nvSpPr>
        <p:spPr>
          <a:xfrm>
            <a:off x="2332149" y="3178825"/>
            <a:ext cx="19782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8" type="subTitle"/>
          </p:nvPr>
        </p:nvSpPr>
        <p:spPr>
          <a:xfrm>
            <a:off x="5715051" y="3178825"/>
            <a:ext cx="1978200" cy="4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7" name="Google Shape;147;p22"/>
          <p:cNvSpPr/>
          <p:nvPr/>
        </p:nvSpPr>
        <p:spPr>
          <a:xfrm>
            <a:off x="8530312" y="614688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/>
          <p:nvPr/>
        </p:nvSpPr>
        <p:spPr>
          <a:xfrm>
            <a:off x="388900" y="45368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22"/>
          <p:cNvGrpSpPr/>
          <p:nvPr/>
        </p:nvGrpSpPr>
        <p:grpSpPr>
          <a:xfrm>
            <a:off x="125335" y="1345797"/>
            <a:ext cx="600650" cy="572729"/>
            <a:chOff x="2251000" y="4394332"/>
            <a:chExt cx="676103" cy="644674"/>
          </a:xfrm>
        </p:grpSpPr>
        <p:sp>
          <p:nvSpPr>
            <p:cNvPr id="150" name="Google Shape;150;p22"/>
            <p:cNvSpPr/>
            <p:nvPr/>
          </p:nvSpPr>
          <p:spPr>
            <a:xfrm>
              <a:off x="2251000" y="4394337"/>
              <a:ext cx="676102" cy="644669"/>
            </a:xfrm>
            <a:custGeom>
              <a:rect b="b" l="l" r="r" t="t"/>
              <a:pathLst>
                <a:path extrusionOk="0" h="6768" w="7098">
                  <a:moveTo>
                    <a:pt x="3715" y="1"/>
                  </a:moveTo>
                  <a:cubicBezTo>
                    <a:pt x="2849" y="1"/>
                    <a:pt x="1983" y="331"/>
                    <a:pt x="1322" y="992"/>
                  </a:cubicBezTo>
                  <a:cubicBezTo>
                    <a:pt x="0" y="2313"/>
                    <a:pt x="0" y="4456"/>
                    <a:pt x="1322" y="5777"/>
                  </a:cubicBezTo>
                  <a:cubicBezTo>
                    <a:pt x="1957" y="6412"/>
                    <a:pt x="2817" y="6767"/>
                    <a:pt x="3714" y="6767"/>
                  </a:cubicBezTo>
                  <a:cubicBezTo>
                    <a:pt x="4612" y="6767"/>
                    <a:pt x="5473" y="6412"/>
                    <a:pt x="6107" y="5777"/>
                  </a:cubicBezTo>
                  <a:cubicBezTo>
                    <a:pt x="6742" y="5142"/>
                    <a:pt x="7098" y="4282"/>
                    <a:pt x="7098" y="3384"/>
                  </a:cubicBezTo>
                  <a:cubicBezTo>
                    <a:pt x="7098" y="2487"/>
                    <a:pt x="6742" y="1626"/>
                    <a:pt x="6107" y="992"/>
                  </a:cubicBezTo>
                  <a:cubicBezTo>
                    <a:pt x="5446" y="331"/>
                    <a:pt x="4580" y="1"/>
                    <a:pt x="371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1" name="Google Shape;151;p22"/>
            <p:cNvGrpSpPr/>
            <p:nvPr/>
          </p:nvGrpSpPr>
          <p:grpSpPr>
            <a:xfrm>
              <a:off x="2251000" y="4394332"/>
              <a:ext cx="676102" cy="644669"/>
              <a:chOff x="253200" y="4388432"/>
              <a:chExt cx="676102" cy="644669"/>
            </a:xfrm>
          </p:grpSpPr>
          <p:sp>
            <p:nvSpPr>
              <p:cNvPr id="152" name="Google Shape;152;p22"/>
              <p:cNvSpPr/>
              <p:nvPr/>
            </p:nvSpPr>
            <p:spPr>
              <a:xfrm>
                <a:off x="253200" y="4388432"/>
                <a:ext cx="676102" cy="644669"/>
              </a:xfrm>
              <a:custGeom>
                <a:rect b="b" l="l" r="r" t="t"/>
                <a:pathLst>
                  <a:path extrusionOk="0" h="6768" w="7098">
                    <a:moveTo>
                      <a:pt x="3713" y="1"/>
                    </a:moveTo>
                    <a:cubicBezTo>
                      <a:pt x="2847" y="1"/>
                      <a:pt x="1982" y="331"/>
                      <a:pt x="1322" y="992"/>
                    </a:cubicBezTo>
                    <a:cubicBezTo>
                      <a:pt x="0" y="2314"/>
                      <a:pt x="0" y="4456"/>
                      <a:pt x="1322" y="5777"/>
                    </a:cubicBezTo>
                    <a:cubicBezTo>
                      <a:pt x="1956" y="6412"/>
                      <a:pt x="2816" y="6768"/>
                      <a:pt x="3714" y="6768"/>
                    </a:cubicBezTo>
                    <a:cubicBezTo>
                      <a:pt x="4610" y="6768"/>
                      <a:pt x="5471" y="6412"/>
                      <a:pt x="6106" y="5777"/>
                    </a:cubicBezTo>
                    <a:cubicBezTo>
                      <a:pt x="6740" y="5143"/>
                      <a:pt x="7097" y="4282"/>
                      <a:pt x="7097" y="3384"/>
                    </a:cubicBezTo>
                    <a:cubicBezTo>
                      <a:pt x="7097" y="2487"/>
                      <a:pt x="6740" y="1627"/>
                      <a:pt x="6106" y="992"/>
                    </a:cubicBezTo>
                    <a:cubicBezTo>
                      <a:pt x="5445" y="331"/>
                      <a:pt x="4579" y="1"/>
                      <a:pt x="371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22"/>
              <p:cNvSpPr/>
              <p:nvPr/>
            </p:nvSpPr>
            <p:spPr>
              <a:xfrm>
                <a:off x="403221" y="4487778"/>
                <a:ext cx="407490" cy="387582"/>
              </a:xfrm>
              <a:custGeom>
                <a:rect b="b" l="l" r="r" t="t"/>
                <a:pathLst>
                  <a:path extrusionOk="0" h="4069" w="4278">
                    <a:moveTo>
                      <a:pt x="2140" y="1"/>
                    </a:moveTo>
                    <a:lnTo>
                      <a:pt x="1478" y="1340"/>
                    </a:lnTo>
                    <a:lnTo>
                      <a:pt x="1" y="1554"/>
                    </a:lnTo>
                    <a:lnTo>
                      <a:pt x="1070" y="2597"/>
                    </a:lnTo>
                    <a:lnTo>
                      <a:pt x="817" y="4069"/>
                    </a:lnTo>
                    <a:lnTo>
                      <a:pt x="2140" y="3374"/>
                    </a:lnTo>
                    <a:lnTo>
                      <a:pt x="3461" y="4069"/>
                    </a:lnTo>
                    <a:lnTo>
                      <a:pt x="3461" y="4069"/>
                    </a:lnTo>
                    <a:lnTo>
                      <a:pt x="3208" y="2597"/>
                    </a:lnTo>
                    <a:lnTo>
                      <a:pt x="4278" y="1554"/>
                    </a:lnTo>
                    <a:lnTo>
                      <a:pt x="2800" y="1340"/>
                    </a:lnTo>
                    <a:lnTo>
                      <a:pt x="21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23"/>
          <p:cNvSpPr txBox="1"/>
          <p:nvPr>
            <p:ph idx="1" type="subTitle"/>
          </p:nvPr>
        </p:nvSpPr>
        <p:spPr>
          <a:xfrm>
            <a:off x="857050" y="2345579"/>
            <a:ext cx="2125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"/>
          <p:cNvSpPr txBox="1"/>
          <p:nvPr>
            <p:ph idx="2" type="subTitle"/>
          </p:nvPr>
        </p:nvSpPr>
        <p:spPr>
          <a:xfrm>
            <a:off x="3509093" y="2345579"/>
            <a:ext cx="2125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3"/>
          <p:cNvSpPr txBox="1"/>
          <p:nvPr>
            <p:ph idx="3" type="subTitle"/>
          </p:nvPr>
        </p:nvSpPr>
        <p:spPr>
          <a:xfrm>
            <a:off x="857050" y="4083775"/>
            <a:ext cx="2125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4" type="subTitle"/>
          </p:nvPr>
        </p:nvSpPr>
        <p:spPr>
          <a:xfrm>
            <a:off x="3509093" y="4083775"/>
            <a:ext cx="2125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idx="5" type="subTitle"/>
          </p:nvPr>
        </p:nvSpPr>
        <p:spPr>
          <a:xfrm>
            <a:off x="6161142" y="2345579"/>
            <a:ext cx="2125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3"/>
          <p:cNvSpPr txBox="1"/>
          <p:nvPr>
            <p:ph idx="6" type="subTitle"/>
          </p:nvPr>
        </p:nvSpPr>
        <p:spPr>
          <a:xfrm>
            <a:off x="6161142" y="4083775"/>
            <a:ext cx="21258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3"/>
          <p:cNvSpPr txBox="1"/>
          <p:nvPr>
            <p:ph idx="7" type="subTitle"/>
          </p:nvPr>
        </p:nvSpPr>
        <p:spPr>
          <a:xfrm>
            <a:off x="857050" y="2165550"/>
            <a:ext cx="2125800" cy="3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8" type="subTitle"/>
          </p:nvPr>
        </p:nvSpPr>
        <p:spPr>
          <a:xfrm>
            <a:off x="3509092" y="2165550"/>
            <a:ext cx="2125800" cy="3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9" type="subTitle"/>
          </p:nvPr>
        </p:nvSpPr>
        <p:spPr>
          <a:xfrm>
            <a:off x="857050" y="3903745"/>
            <a:ext cx="2125800" cy="3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65" name="Google Shape;165;p23"/>
          <p:cNvSpPr txBox="1"/>
          <p:nvPr>
            <p:ph idx="13" type="subTitle"/>
          </p:nvPr>
        </p:nvSpPr>
        <p:spPr>
          <a:xfrm>
            <a:off x="3509092" y="3903745"/>
            <a:ext cx="2125800" cy="3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66" name="Google Shape;166;p23"/>
          <p:cNvSpPr txBox="1"/>
          <p:nvPr>
            <p:ph idx="14" type="subTitle"/>
          </p:nvPr>
        </p:nvSpPr>
        <p:spPr>
          <a:xfrm>
            <a:off x="6161141" y="2165550"/>
            <a:ext cx="2125800" cy="3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67" name="Google Shape;167;p23"/>
          <p:cNvSpPr txBox="1"/>
          <p:nvPr>
            <p:ph idx="15" type="subTitle"/>
          </p:nvPr>
        </p:nvSpPr>
        <p:spPr>
          <a:xfrm>
            <a:off x="6161141" y="3903745"/>
            <a:ext cx="2125800" cy="37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68" name="Google Shape;168;p23"/>
          <p:cNvSpPr/>
          <p:nvPr/>
        </p:nvSpPr>
        <p:spPr>
          <a:xfrm>
            <a:off x="322462" y="2165538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8737475" y="39292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0" name="Google Shape;170;p23"/>
          <p:cNvGrpSpPr/>
          <p:nvPr/>
        </p:nvGrpSpPr>
        <p:grpSpPr>
          <a:xfrm>
            <a:off x="222276" y="3400144"/>
            <a:ext cx="503709" cy="503608"/>
            <a:chOff x="7955951" y="4362269"/>
            <a:chExt cx="503709" cy="503608"/>
          </a:xfrm>
        </p:grpSpPr>
        <p:sp>
          <p:nvSpPr>
            <p:cNvPr id="171" name="Google Shape;171;p23"/>
            <p:cNvSpPr/>
            <p:nvPr/>
          </p:nvSpPr>
          <p:spPr>
            <a:xfrm>
              <a:off x="7955951" y="4362275"/>
              <a:ext cx="503697" cy="503599"/>
            </a:xfrm>
            <a:custGeom>
              <a:rect b="b" l="l" r="r" t="t"/>
              <a:pathLst>
                <a:path extrusionOk="0" h="5156" w="5157">
                  <a:moveTo>
                    <a:pt x="2579" y="0"/>
                  </a:moveTo>
                  <a:cubicBezTo>
                    <a:pt x="1154" y="0"/>
                    <a:pt x="0" y="1154"/>
                    <a:pt x="0" y="2579"/>
                  </a:cubicBezTo>
                  <a:cubicBezTo>
                    <a:pt x="0" y="4002"/>
                    <a:pt x="1154" y="5156"/>
                    <a:pt x="2579" y="5156"/>
                  </a:cubicBezTo>
                  <a:cubicBezTo>
                    <a:pt x="4002" y="5156"/>
                    <a:pt x="5157" y="4002"/>
                    <a:pt x="5157" y="2579"/>
                  </a:cubicBezTo>
                  <a:cubicBezTo>
                    <a:pt x="5157" y="1154"/>
                    <a:pt x="4002" y="0"/>
                    <a:pt x="257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2" name="Google Shape;172;p23"/>
            <p:cNvGrpSpPr/>
            <p:nvPr/>
          </p:nvGrpSpPr>
          <p:grpSpPr>
            <a:xfrm>
              <a:off x="7955954" y="4362269"/>
              <a:ext cx="503706" cy="503608"/>
              <a:chOff x="4703375" y="4203550"/>
              <a:chExt cx="410652" cy="410572"/>
            </a:xfrm>
          </p:grpSpPr>
          <p:sp>
            <p:nvSpPr>
              <p:cNvPr id="173" name="Google Shape;173;p23"/>
              <p:cNvSpPr/>
              <p:nvPr/>
            </p:nvSpPr>
            <p:spPr>
              <a:xfrm>
                <a:off x="4703375" y="4203550"/>
                <a:ext cx="410652" cy="410572"/>
              </a:xfrm>
              <a:custGeom>
                <a:rect b="b" l="l" r="r" t="t"/>
                <a:pathLst>
                  <a:path extrusionOk="0" h="5156" w="5157">
                    <a:moveTo>
                      <a:pt x="2578" y="0"/>
                    </a:moveTo>
                    <a:cubicBezTo>
                      <a:pt x="1155" y="0"/>
                      <a:pt x="0" y="1154"/>
                      <a:pt x="0" y="2579"/>
                    </a:cubicBezTo>
                    <a:cubicBezTo>
                      <a:pt x="0" y="4002"/>
                      <a:pt x="1155" y="5156"/>
                      <a:pt x="2578" y="5156"/>
                    </a:cubicBezTo>
                    <a:cubicBezTo>
                      <a:pt x="4003" y="5156"/>
                      <a:pt x="5157" y="4002"/>
                      <a:pt x="5157" y="2579"/>
                    </a:cubicBezTo>
                    <a:cubicBezTo>
                      <a:pt x="5157" y="1154"/>
                      <a:pt x="4003" y="0"/>
                      <a:pt x="2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23"/>
              <p:cNvSpPr/>
              <p:nvPr/>
            </p:nvSpPr>
            <p:spPr>
              <a:xfrm>
                <a:off x="4826165" y="4299027"/>
                <a:ext cx="75649" cy="219620"/>
              </a:xfrm>
              <a:custGeom>
                <a:rect b="b" l="l" r="r" t="t"/>
                <a:pathLst>
                  <a:path extrusionOk="0" h="2758" w="950">
                    <a:moveTo>
                      <a:pt x="495" y="1"/>
                    </a:moveTo>
                    <a:lnTo>
                      <a:pt x="1" y="2758"/>
                    </a:lnTo>
                    <a:lnTo>
                      <a:pt x="456" y="2758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23"/>
              <p:cNvSpPr/>
              <p:nvPr/>
            </p:nvSpPr>
            <p:spPr>
              <a:xfrm>
                <a:off x="4915590" y="4299027"/>
                <a:ext cx="75569" cy="219620"/>
              </a:xfrm>
              <a:custGeom>
                <a:rect b="b" l="l" r="r" t="t"/>
                <a:pathLst>
                  <a:path extrusionOk="0" h="2758" w="949">
                    <a:moveTo>
                      <a:pt x="494" y="1"/>
                    </a:moveTo>
                    <a:lnTo>
                      <a:pt x="1" y="2758"/>
                    </a:lnTo>
                    <a:lnTo>
                      <a:pt x="455" y="2758"/>
                    </a:lnTo>
                    <a:lnTo>
                      <a:pt x="9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3"/>
              <p:cNvSpPr/>
              <p:nvPr/>
            </p:nvSpPr>
            <p:spPr>
              <a:xfrm>
                <a:off x="4796463" y="4346089"/>
                <a:ext cx="237696" cy="36869"/>
              </a:xfrm>
              <a:custGeom>
                <a:rect b="b" l="l" r="r" t="t"/>
                <a:pathLst>
                  <a:path extrusionOk="0" h="463" w="2985">
                    <a:moveTo>
                      <a:pt x="2985" y="1"/>
                    </a:moveTo>
                    <a:lnTo>
                      <a:pt x="67" y="11"/>
                    </a:lnTo>
                    <a:lnTo>
                      <a:pt x="0" y="463"/>
                    </a:lnTo>
                    <a:lnTo>
                      <a:pt x="0" y="463"/>
                    </a:lnTo>
                    <a:lnTo>
                      <a:pt x="2918" y="451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3"/>
              <p:cNvSpPr/>
              <p:nvPr/>
            </p:nvSpPr>
            <p:spPr>
              <a:xfrm>
                <a:off x="4783244" y="4434717"/>
                <a:ext cx="237775" cy="36948"/>
              </a:xfrm>
              <a:custGeom>
                <a:rect b="b" l="l" r="r" t="t"/>
                <a:pathLst>
                  <a:path extrusionOk="0" h="464" w="2986">
                    <a:moveTo>
                      <a:pt x="2985" y="1"/>
                    </a:moveTo>
                    <a:lnTo>
                      <a:pt x="68" y="12"/>
                    </a:lnTo>
                    <a:lnTo>
                      <a:pt x="1" y="463"/>
                    </a:lnTo>
                    <a:lnTo>
                      <a:pt x="1" y="463"/>
                    </a:lnTo>
                    <a:lnTo>
                      <a:pt x="2918" y="452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hasCustomPrompt="1" type="title"/>
          </p:nvPr>
        </p:nvSpPr>
        <p:spPr>
          <a:xfrm>
            <a:off x="725972" y="708325"/>
            <a:ext cx="29544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0" name="Google Shape;180;p24"/>
          <p:cNvSpPr txBox="1"/>
          <p:nvPr>
            <p:ph idx="1" type="subTitle"/>
          </p:nvPr>
        </p:nvSpPr>
        <p:spPr>
          <a:xfrm>
            <a:off x="725972" y="1527311"/>
            <a:ext cx="2954400" cy="3012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1" name="Google Shape;181;p24"/>
          <p:cNvSpPr txBox="1"/>
          <p:nvPr>
            <p:ph hasCustomPrompt="1" idx="2" type="title"/>
          </p:nvPr>
        </p:nvSpPr>
        <p:spPr>
          <a:xfrm>
            <a:off x="3094800" y="2006723"/>
            <a:ext cx="29544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2" name="Google Shape;182;p24"/>
          <p:cNvSpPr txBox="1"/>
          <p:nvPr>
            <p:ph idx="3" type="subTitle"/>
          </p:nvPr>
        </p:nvSpPr>
        <p:spPr>
          <a:xfrm>
            <a:off x="3094800" y="2828461"/>
            <a:ext cx="2954400" cy="3012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83" name="Google Shape;183;p24"/>
          <p:cNvSpPr txBox="1"/>
          <p:nvPr>
            <p:ph hasCustomPrompt="1" idx="4" type="title"/>
          </p:nvPr>
        </p:nvSpPr>
        <p:spPr>
          <a:xfrm>
            <a:off x="5463628" y="3310898"/>
            <a:ext cx="2954400" cy="76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4" name="Google Shape;184;p24"/>
          <p:cNvSpPr txBox="1"/>
          <p:nvPr>
            <p:ph idx="5" type="subTitle"/>
          </p:nvPr>
        </p:nvSpPr>
        <p:spPr>
          <a:xfrm>
            <a:off x="5463628" y="4133975"/>
            <a:ext cx="2954400" cy="301200"/>
          </a:xfrm>
          <a:prstGeom prst="rect">
            <a:avLst/>
          </a:prstGeom>
          <a:solidFill>
            <a:schemeClr val="accent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PT Sans"/>
              <a:buNone/>
              <a:defRPr sz="16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" name="Google Shape;187;p25"/>
          <p:cNvSpPr txBox="1"/>
          <p:nvPr>
            <p:ph idx="1" type="subTitle"/>
          </p:nvPr>
        </p:nvSpPr>
        <p:spPr>
          <a:xfrm>
            <a:off x="831850" y="3636925"/>
            <a:ext cx="22386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5"/>
          <p:cNvSpPr txBox="1"/>
          <p:nvPr>
            <p:ph idx="2" type="subTitle"/>
          </p:nvPr>
        </p:nvSpPr>
        <p:spPr>
          <a:xfrm>
            <a:off x="3452702" y="3636925"/>
            <a:ext cx="22386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3" type="subTitle"/>
          </p:nvPr>
        </p:nvSpPr>
        <p:spPr>
          <a:xfrm>
            <a:off x="6073557" y="3636925"/>
            <a:ext cx="2238600" cy="86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5"/>
          <p:cNvSpPr txBox="1"/>
          <p:nvPr>
            <p:ph hasCustomPrompt="1" idx="4" type="title"/>
          </p:nvPr>
        </p:nvSpPr>
        <p:spPr>
          <a:xfrm>
            <a:off x="1474785" y="2873225"/>
            <a:ext cx="952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91" name="Google Shape;191;p25"/>
          <p:cNvSpPr txBox="1"/>
          <p:nvPr>
            <p:ph hasCustomPrompt="1" idx="5" type="title"/>
          </p:nvPr>
        </p:nvSpPr>
        <p:spPr>
          <a:xfrm>
            <a:off x="4095637" y="2873225"/>
            <a:ext cx="952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92" name="Google Shape;192;p25"/>
          <p:cNvSpPr txBox="1"/>
          <p:nvPr>
            <p:ph hasCustomPrompt="1" idx="6" type="title"/>
          </p:nvPr>
        </p:nvSpPr>
        <p:spPr>
          <a:xfrm>
            <a:off x="6716492" y="2873225"/>
            <a:ext cx="952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93" name="Google Shape;193;p25"/>
          <p:cNvSpPr txBox="1"/>
          <p:nvPr>
            <p:ph idx="7" type="subTitle"/>
          </p:nvPr>
        </p:nvSpPr>
        <p:spPr>
          <a:xfrm>
            <a:off x="831850" y="3396450"/>
            <a:ext cx="22386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94" name="Google Shape;194;p25"/>
          <p:cNvSpPr txBox="1"/>
          <p:nvPr>
            <p:ph idx="8" type="subTitle"/>
          </p:nvPr>
        </p:nvSpPr>
        <p:spPr>
          <a:xfrm>
            <a:off x="3452702" y="3396450"/>
            <a:ext cx="22386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95" name="Google Shape;195;p25"/>
          <p:cNvSpPr txBox="1"/>
          <p:nvPr>
            <p:ph idx="9" type="subTitle"/>
          </p:nvPr>
        </p:nvSpPr>
        <p:spPr>
          <a:xfrm>
            <a:off x="6073557" y="3396450"/>
            <a:ext cx="2238600" cy="39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400"/>
              <a:buFont typeface="Golos Text"/>
              <a:buNone/>
              <a:defRPr b="1" sz="24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96" name="Google Shape;196;p25"/>
          <p:cNvSpPr/>
          <p:nvPr/>
        </p:nvSpPr>
        <p:spPr>
          <a:xfrm>
            <a:off x="5195337" y="485975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5"/>
          <p:cNvSpPr/>
          <p:nvPr/>
        </p:nvSpPr>
        <p:spPr>
          <a:xfrm>
            <a:off x="7382950" y="14483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0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type="title"/>
          </p:nvPr>
        </p:nvSpPr>
        <p:spPr>
          <a:xfrm>
            <a:off x="720000" y="1354375"/>
            <a:ext cx="3795300" cy="16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0" name="Google Shape;200;p26"/>
          <p:cNvSpPr txBox="1"/>
          <p:nvPr>
            <p:ph idx="1" type="subTitle"/>
          </p:nvPr>
        </p:nvSpPr>
        <p:spPr>
          <a:xfrm>
            <a:off x="720000" y="2937500"/>
            <a:ext cx="3714300" cy="9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6"/>
          <p:cNvSpPr/>
          <p:nvPr>
            <p:ph idx="2" type="pic"/>
          </p:nvPr>
        </p:nvSpPr>
        <p:spPr>
          <a:xfrm>
            <a:off x="4752700" y="711850"/>
            <a:ext cx="3714300" cy="3714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2" name="Google Shape;202;p26"/>
          <p:cNvSpPr/>
          <p:nvPr/>
        </p:nvSpPr>
        <p:spPr>
          <a:xfrm>
            <a:off x="7736925" y="1691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1317620" y="28627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957275" y="1422150"/>
            <a:ext cx="2888100" cy="12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27"/>
          <p:cNvSpPr txBox="1"/>
          <p:nvPr>
            <p:ph idx="1" type="subTitle"/>
          </p:nvPr>
        </p:nvSpPr>
        <p:spPr>
          <a:xfrm>
            <a:off x="957275" y="2604450"/>
            <a:ext cx="28881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7"/>
          <p:cNvSpPr/>
          <p:nvPr/>
        </p:nvSpPr>
        <p:spPr>
          <a:xfrm>
            <a:off x="4258612" y="26225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7"/>
          <p:cNvSpPr/>
          <p:nvPr/>
        </p:nvSpPr>
        <p:spPr>
          <a:xfrm>
            <a:off x="7074450" y="48245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1" name="Google Shape;211;p28"/>
          <p:cNvSpPr/>
          <p:nvPr/>
        </p:nvSpPr>
        <p:spPr>
          <a:xfrm>
            <a:off x="238262" y="473780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8"/>
          <p:cNvSpPr/>
          <p:nvPr/>
        </p:nvSpPr>
        <p:spPr>
          <a:xfrm>
            <a:off x="8558275" y="97631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3034675" y="136950"/>
            <a:ext cx="253174" cy="209089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29"/>
          <p:cNvSpPr/>
          <p:nvPr/>
        </p:nvSpPr>
        <p:spPr>
          <a:xfrm>
            <a:off x="4954337" y="169525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9"/>
          <p:cNvSpPr/>
          <p:nvPr/>
        </p:nvSpPr>
        <p:spPr>
          <a:xfrm>
            <a:off x="366575" y="479256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2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0" name="Google Shape;220;p30"/>
          <p:cNvSpPr/>
          <p:nvPr/>
        </p:nvSpPr>
        <p:spPr>
          <a:xfrm>
            <a:off x="179537" y="1017725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>
            <a:off x="8594775" y="476501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p30"/>
          <p:cNvGrpSpPr/>
          <p:nvPr/>
        </p:nvGrpSpPr>
        <p:grpSpPr>
          <a:xfrm>
            <a:off x="179513" y="4461500"/>
            <a:ext cx="637998" cy="572704"/>
            <a:chOff x="179513" y="4461500"/>
            <a:chExt cx="637998" cy="572704"/>
          </a:xfrm>
        </p:grpSpPr>
        <p:sp>
          <p:nvSpPr>
            <p:cNvPr id="223" name="Google Shape;223;p30"/>
            <p:cNvSpPr/>
            <p:nvPr/>
          </p:nvSpPr>
          <p:spPr>
            <a:xfrm flipH="1">
              <a:off x="179513" y="4461500"/>
              <a:ext cx="637997" cy="572704"/>
            </a:xfrm>
            <a:custGeom>
              <a:rect b="b" l="l" r="r" t="t"/>
              <a:pathLst>
                <a:path extrusionOk="0" h="8517" w="9488">
                  <a:moveTo>
                    <a:pt x="3211" y="1"/>
                  </a:moveTo>
                  <a:lnTo>
                    <a:pt x="2289" y="1793"/>
                  </a:lnTo>
                  <a:lnTo>
                    <a:pt x="1670" y="1793"/>
                  </a:lnTo>
                  <a:cubicBezTo>
                    <a:pt x="752" y="1793"/>
                    <a:pt x="1" y="2545"/>
                    <a:pt x="1" y="3462"/>
                  </a:cubicBezTo>
                  <a:lnTo>
                    <a:pt x="1" y="6847"/>
                  </a:lnTo>
                  <a:cubicBezTo>
                    <a:pt x="1" y="7765"/>
                    <a:pt x="752" y="8517"/>
                    <a:pt x="1670" y="8517"/>
                  </a:cubicBezTo>
                  <a:lnTo>
                    <a:pt x="7818" y="8517"/>
                  </a:lnTo>
                  <a:cubicBezTo>
                    <a:pt x="8736" y="8517"/>
                    <a:pt x="9487" y="7765"/>
                    <a:pt x="9487" y="6848"/>
                  </a:cubicBezTo>
                  <a:lnTo>
                    <a:pt x="9487" y="3462"/>
                  </a:lnTo>
                  <a:cubicBezTo>
                    <a:pt x="9487" y="2545"/>
                    <a:pt x="8736" y="1793"/>
                    <a:pt x="7818" y="1793"/>
                  </a:cubicBezTo>
                  <a:lnTo>
                    <a:pt x="4133" y="1793"/>
                  </a:lnTo>
                  <a:lnTo>
                    <a:pt x="3211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" name="Google Shape;224;p30"/>
            <p:cNvGrpSpPr/>
            <p:nvPr/>
          </p:nvGrpSpPr>
          <p:grpSpPr>
            <a:xfrm>
              <a:off x="179513" y="4461500"/>
              <a:ext cx="637997" cy="572703"/>
              <a:chOff x="228300" y="4506675"/>
              <a:chExt cx="637997" cy="572703"/>
            </a:xfrm>
          </p:grpSpPr>
          <p:sp>
            <p:nvSpPr>
              <p:cNvPr id="225" name="Google Shape;225;p30"/>
              <p:cNvSpPr/>
              <p:nvPr/>
            </p:nvSpPr>
            <p:spPr>
              <a:xfrm>
                <a:off x="582144" y="4506675"/>
                <a:ext cx="141075" cy="207645"/>
              </a:xfrm>
              <a:custGeom>
                <a:rect b="b" l="l" r="r" t="t"/>
                <a:pathLst>
                  <a:path extrusionOk="0" h="3088" w="2098">
                    <a:moveTo>
                      <a:pt x="1049" y="1"/>
                    </a:moveTo>
                    <a:lnTo>
                      <a:pt x="0" y="2040"/>
                    </a:lnTo>
                    <a:lnTo>
                      <a:pt x="1049" y="3088"/>
                    </a:lnTo>
                    <a:lnTo>
                      <a:pt x="2097" y="2040"/>
                    </a:lnTo>
                    <a:lnTo>
                      <a:pt x="104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30"/>
              <p:cNvSpPr/>
              <p:nvPr/>
            </p:nvSpPr>
            <p:spPr>
              <a:xfrm>
                <a:off x="228300" y="4627240"/>
                <a:ext cx="637997" cy="452139"/>
              </a:xfrm>
              <a:custGeom>
                <a:rect b="b" l="l" r="r" t="t"/>
                <a:pathLst>
                  <a:path extrusionOk="0" h="6724" w="9488">
                    <a:moveTo>
                      <a:pt x="1670" y="0"/>
                    </a:moveTo>
                    <a:cubicBezTo>
                      <a:pt x="751" y="0"/>
                      <a:pt x="1" y="752"/>
                      <a:pt x="1" y="1669"/>
                    </a:cubicBezTo>
                    <a:lnTo>
                      <a:pt x="1" y="5054"/>
                    </a:lnTo>
                    <a:cubicBezTo>
                      <a:pt x="1" y="5972"/>
                      <a:pt x="752" y="6724"/>
                      <a:pt x="1670" y="6724"/>
                    </a:cubicBezTo>
                    <a:lnTo>
                      <a:pt x="7818" y="6724"/>
                    </a:lnTo>
                    <a:cubicBezTo>
                      <a:pt x="8736" y="6724"/>
                      <a:pt x="9488" y="5972"/>
                      <a:pt x="9488" y="5055"/>
                    </a:cubicBezTo>
                    <a:lnTo>
                      <a:pt x="9488" y="1669"/>
                    </a:lnTo>
                    <a:cubicBezTo>
                      <a:pt x="9488" y="752"/>
                      <a:pt x="8736" y="0"/>
                      <a:pt x="7818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30"/>
              <p:cNvSpPr/>
              <p:nvPr/>
            </p:nvSpPr>
            <p:spPr>
              <a:xfrm>
                <a:off x="359086" y="4706451"/>
                <a:ext cx="377903" cy="298758"/>
              </a:xfrm>
              <a:custGeom>
                <a:rect b="b" l="l" r="r" t="t"/>
                <a:pathLst>
                  <a:path extrusionOk="0" h="4443" w="5620">
                    <a:moveTo>
                      <a:pt x="1412" y="0"/>
                    </a:moveTo>
                    <a:cubicBezTo>
                      <a:pt x="1382" y="0"/>
                      <a:pt x="1353" y="1"/>
                      <a:pt x="1323" y="3"/>
                    </a:cubicBezTo>
                    <a:cubicBezTo>
                      <a:pt x="637" y="45"/>
                      <a:pt x="76" y="601"/>
                      <a:pt x="30" y="1287"/>
                    </a:cubicBezTo>
                    <a:cubicBezTo>
                      <a:pt x="0" y="1720"/>
                      <a:pt x="170" y="2114"/>
                      <a:pt x="456" y="2387"/>
                    </a:cubicBezTo>
                    <a:lnTo>
                      <a:pt x="462" y="2392"/>
                    </a:lnTo>
                    <a:cubicBezTo>
                      <a:pt x="476" y="2405"/>
                      <a:pt x="490" y="2419"/>
                      <a:pt x="505" y="2431"/>
                    </a:cubicBezTo>
                    <a:lnTo>
                      <a:pt x="2682" y="4398"/>
                    </a:lnTo>
                    <a:cubicBezTo>
                      <a:pt x="2715" y="4428"/>
                      <a:pt x="2756" y="4442"/>
                      <a:pt x="2798" y="4442"/>
                    </a:cubicBezTo>
                    <a:cubicBezTo>
                      <a:pt x="2840" y="4442"/>
                      <a:pt x="2882" y="4427"/>
                      <a:pt x="2915" y="4397"/>
                    </a:cubicBezTo>
                    <a:lnTo>
                      <a:pt x="5026" y="2481"/>
                    </a:lnTo>
                    <a:cubicBezTo>
                      <a:pt x="5397" y="2194"/>
                      <a:pt x="5620" y="1722"/>
                      <a:pt x="5554" y="1204"/>
                    </a:cubicBezTo>
                    <a:cubicBezTo>
                      <a:pt x="5475" y="578"/>
                      <a:pt x="4965" y="78"/>
                      <a:pt x="4338" y="9"/>
                    </a:cubicBezTo>
                    <a:cubicBezTo>
                      <a:pt x="4285" y="3"/>
                      <a:pt x="4232" y="0"/>
                      <a:pt x="4180" y="0"/>
                    </a:cubicBezTo>
                    <a:cubicBezTo>
                      <a:pt x="3416" y="0"/>
                      <a:pt x="2796" y="620"/>
                      <a:pt x="2796" y="1385"/>
                    </a:cubicBezTo>
                    <a:cubicBezTo>
                      <a:pt x="2796" y="1397"/>
                      <a:pt x="2797" y="1409"/>
                      <a:pt x="2797" y="1421"/>
                    </a:cubicBezTo>
                    <a:lnTo>
                      <a:pt x="2794" y="1421"/>
                    </a:lnTo>
                    <a:cubicBezTo>
                      <a:pt x="2796" y="1409"/>
                      <a:pt x="2796" y="1396"/>
                      <a:pt x="2796" y="1385"/>
                    </a:cubicBezTo>
                    <a:cubicBezTo>
                      <a:pt x="2796" y="620"/>
                      <a:pt x="2176" y="0"/>
                      <a:pt x="1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30"/>
              <p:cNvSpPr/>
              <p:nvPr/>
            </p:nvSpPr>
            <p:spPr>
              <a:xfrm>
                <a:off x="547027" y="4799447"/>
                <a:ext cx="67" cy="134"/>
              </a:xfrm>
              <a:custGeom>
                <a:rect b="b" l="l" r="r" t="t"/>
                <a:pathLst>
                  <a:path extrusionOk="0" h="2" w="1">
                    <a:moveTo>
                      <a:pt x="1" y="2"/>
                    </a:moveTo>
                    <a:lnTo>
                      <a:pt x="1" y="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2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1" name="Google Shape;231;p31"/>
          <p:cNvSpPr/>
          <p:nvPr/>
        </p:nvSpPr>
        <p:spPr>
          <a:xfrm>
            <a:off x="299437" y="200275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1"/>
          <p:cNvSpPr/>
          <p:nvPr/>
        </p:nvSpPr>
        <p:spPr>
          <a:xfrm>
            <a:off x="7633950" y="48245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3" name="Google Shape;233;p31"/>
          <p:cNvGrpSpPr/>
          <p:nvPr/>
        </p:nvGrpSpPr>
        <p:grpSpPr>
          <a:xfrm>
            <a:off x="216301" y="4506844"/>
            <a:ext cx="503709" cy="503608"/>
            <a:chOff x="7955951" y="4362269"/>
            <a:chExt cx="503709" cy="503608"/>
          </a:xfrm>
        </p:grpSpPr>
        <p:sp>
          <p:nvSpPr>
            <p:cNvPr id="234" name="Google Shape;234;p31"/>
            <p:cNvSpPr/>
            <p:nvPr/>
          </p:nvSpPr>
          <p:spPr>
            <a:xfrm>
              <a:off x="7955951" y="4362275"/>
              <a:ext cx="503697" cy="503599"/>
            </a:xfrm>
            <a:custGeom>
              <a:rect b="b" l="l" r="r" t="t"/>
              <a:pathLst>
                <a:path extrusionOk="0" h="5156" w="5157">
                  <a:moveTo>
                    <a:pt x="2579" y="0"/>
                  </a:moveTo>
                  <a:cubicBezTo>
                    <a:pt x="1154" y="0"/>
                    <a:pt x="0" y="1154"/>
                    <a:pt x="0" y="2579"/>
                  </a:cubicBezTo>
                  <a:cubicBezTo>
                    <a:pt x="0" y="4002"/>
                    <a:pt x="1154" y="5156"/>
                    <a:pt x="2579" y="5156"/>
                  </a:cubicBezTo>
                  <a:cubicBezTo>
                    <a:pt x="4002" y="5156"/>
                    <a:pt x="5157" y="4002"/>
                    <a:pt x="5157" y="2579"/>
                  </a:cubicBezTo>
                  <a:cubicBezTo>
                    <a:pt x="5157" y="1154"/>
                    <a:pt x="4002" y="0"/>
                    <a:pt x="257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5" name="Google Shape;235;p31"/>
            <p:cNvGrpSpPr/>
            <p:nvPr/>
          </p:nvGrpSpPr>
          <p:grpSpPr>
            <a:xfrm>
              <a:off x="7955954" y="4362269"/>
              <a:ext cx="503706" cy="503608"/>
              <a:chOff x="4703375" y="4203550"/>
              <a:chExt cx="410652" cy="410572"/>
            </a:xfrm>
          </p:grpSpPr>
          <p:sp>
            <p:nvSpPr>
              <p:cNvPr id="236" name="Google Shape;236;p31"/>
              <p:cNvSpPr/>
              <p:nvPr/>
            </p:nvSpPr>
            <p:spPr>
              <a:xfrm>
                <a:off x="4703375" y="4203550"/>
                <a:ext cx="410652" cy="410572"/>
              </a:xfrm>
              <a:custGeom>
                <a:rect b="b" l="l" r="r" t="t"/>
                <a:pathLst>
                  <a:path extrusionOk="0" h="5156" w="5157">
                    <a:moveTo>
                      <a:pt x="2578" y="0"/>
                    </a:moveTo>
                    <a:cubicBezTo>
                      <a:pt x="1155" y="0"/>
                      <a:pt x="0" y="1154"/>
                      <a:pt x="0" y="2579"/>
                    </a:cubicBezTo>
                    <a:cubicBezTo>
                      <a:pt x="0" y="4002"/>
                      <a:pt x="1155" y="5156"/>
                      <a:pt x="2578" y="5156"/>
                    </a:cubicBezTo>
                    <a:cubicBezTo>
                      <a:pt x="4003" y="5156"/>
                      <a:pt x="5157" y="4002"/>
                      <a:pt x="5157" y="2579"/>
                    </a:cubicBezTo>
                    <a:cubicBezTo>
                      <a:pt x="5157" y="1154"/>
                      <a:pt x="4003" y="0"/>
                      <a:pt x="2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1"/>
              <p:cNvSpPr/>
              <p:nvPr/>
            </p:nvSpPr>
            <p:spPr>
              <a:xfrm>
                <a:off x="4826165" y="4299027"/>
                <a:ext cx="75649" cy="219620"/>
              </a:xfrm>
              <a:custGeom>
                <a:rect b="b" l="l" r="r" t="t"/>
                <a:pathLst>
                  <a:path extrusionOk="0" h="2758" w="950">
                    <a:moveTo>
                      <a:pt x="495" y="1"/>
                    </a:moveTo>
                    <a:lnTo>
                      <a:pt x="1" y="2758"/>
                    </a:lnTo>
                    <a:lnTo>
                      <a:pt x="456" y="2758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31"/>
              <p:cNvSpPr/>
              <p:nvPr/>
            </p:nvSpPr>
            <p:spPr>
              <a:xfrm>
                <a:off x="4915590" y="4299027"/>
                <a:ext cx="75569" cy="219620"/>
              </a:xfrm>
              <a:custGeom>
                <a:rect b="b" l="l" r="r" t="t"/>
                <a:pathLst>
                  <a:path extrusionOk="0" h="2758" w="949">
                    <a:moveTo>
                      <a:pt x="494" y="1"/>
                    </a:moveTo>
                    <a:lnTo>
                      <a:pt x="1" y="2758"/>
                    </a:lnTo>
                    <a:lnTo>
                      <a:pt x="455" y="2758"/>
                    </a:lnTo>
                    <a:lnTo>
                      <a:pt x="9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31"/>
              <p:cNvSpPr/>
              <p:nvPr/>
            </p:nvSpPr>
            <p:spPr>
              <a:xfrm>
                <a:off x="4796463" y="4346089"/>
                <a:ext cx="237696" cy="36869"/>
              </a:xfrm>
              <a:custGeom>
                <a:rect b="b" l="l" r="r" t="t"/>
                <a:pathLst>
                  <a:path extrusionOk="0" h="463" w="2985">
                    <a:moveTo>
                      <a:pt x="2985" y="1"/>
                    </a:moveTo>
                    <a:lnTo>
                      <a:pt x="67" y="11"/>
                    </a:lnTo>
                    <a:lnTo>
                      <a:pt x="0" y="463"/>
                    </a:lnTo>
                    <a:lnTo>
                      <a:pt x="0" y="463"/>
                    </a:lnTo>
                    <a:lnTo>
                      <a:pt x="2918" y="451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31"/>
              <p:cNvSpPr/>
              <p:nvPr/>
            </p:nvSpPr>
            <p:spPr>
              <a:xfrm>
                <a:off x="4783244" y="4434717"/>
                <a:ext cx="237775" cy="36948"/>
              </a:xfrm>
              <a:custGeom>
                <a:rect b="b" l="l" r="r" t="t"/>
                <a:pathLst>
                  <a:path extrusionOk="0" h="464" w="2986">
                    <a:moveTo>
                      <a:pt x="2985" y="1"/>
                    </a:moveTo>
                    <a:lnTo>
                      <a:pt x="68" y="12"/>
                    </a:lnTo>
                    <a:lnTo>
                      <a:pt x="1" y="463"/>
                    </a:lnTo>
                    <a:lnTo>
                      <a:pt x="1" y="463"/>
                    </a:lnTo>
                    <a:lnTo>
                      <a:pt x="2918" y="452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2_1_1_1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3" name="Google Shape;243;p32"/>
          <p:cNvSpPr/>
          <p:nvPr/>
        </p:nvSpPr>
        <p:spPr>
          <a:xfrm>
            <a:off x="3693987" y="474420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/>
          <p:nvPr/>
        </p:nvSpPr>
        <p:spPr>
          <a:xfrm>
            <a:off x="5409900" y="1220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7" name="Google Shape;247;p33"/>
          <p:cNvSpPr/>
          <p:nvPr/>
        </p:nvSpPr>
        <p:spPr>
          <a:xfrm>
            <a:off x="5133387" y="11940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3"/>
          <p:cNvSpPr/>
          <p:nvPr/>
        </p:nvSpPr>
        <p:spPr>
          <a:xfrm>
            <a:off x="3701800" y="482416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2_1_1_1_1_1_1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1" name="Google Shape;251;p34"/>
          <p:cNvSpPr/>
          <p:nvPr/>
        </p:nvSpPr>
        <p:spPr>
          <a:xfrm>
            <a:off x="290537" y="210338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"/>
          <p:cNvSpPr/>
          <p:nvPr/>
        </p:nvSpPr>
        <p:spPr>
          <a:xfrm>
            <a:off x="8424000" y="48602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2_1_1_1_1_1_1_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55" name="Google Shape;255;p35"/>
          <p:cNvGrpSpPr/>
          <p:nvPr/>
        </p:nvGrpSpPr>
        <p:grpSpPr>
          <a:xfrm>
            <a:off x="152411" y="1739662"/>
            <a:ext cx="567589" cy="567589"/>
            <a:chOff x="1680861" y="571212"/>
            <a:chExt cx="567589" cy="567589"/>
          </a:xfrm>
        </p:grpSpPr>
        <p:sp>
          <p:nvSpPr>
            <p:cNvPr id="256" name="Google Shape;256;p35"/>
            <p:cNvSpPr/>
            <p:nvPr/>
          </p:nvSpPr>
          <p:spPr>
            <a:xfrm>
              <a:off x="1680861" y="571263"/>
              <a:ext cx="567589" cy="567474"/>
            </a:xfrm>
            <a:custGeom>
              <a:rect b="b" l="l" r="r" t="t"/>
              <a:pathLst>
                <a:path extrusionOk="0" h="9879" w="9881">
                  <a:moveTo>
                    <a:pt x="4940" y="0"/>
                  </a:moveTo>
                  <a:cubicBezTo>
                    <a:pt x="3629" y="0"/>
                    <a:pt x="2374" y="520"/>
                    <a:pt x="1447" y="1446"/>
                  </a:cubicBezTo>
                  <a:cubicBezTo>
                    <a:pt x="521" y="2373"/>
                    <a:pt x="0" y="3629"/>
                    <a:pt x="0" y="4939"/>
                  </a:cubicBezTo>
                  <a:cubicBezTo>
                    <a:pt x="0" y="6250"/>
                    <a:pt x="521" y="7505"/>
                    <a:pt x="1447" y="8432"/>
                  </a:cubicBezTo>
                  <a:cubicBezTo>
                    <a:pt x="2374" y="9359"/>
                    <a:pt x="3629" y="9879"/>
                    <a:pt x="4940" y="9879"/>
                  </a:cubicBezTo>
                  <a:cubicBezTo>
                    <a:pt x="6250" y="9879"/>
                    <a:pt x="7507" y="9359"/>
                    <a:pt x="8433" y="8432"/>
                  </a:cubicBezTo>
                  <a:cubicBezTo>
                    <a:pt x="9359" y="7505"/>
                    <a:pt x="9880" y="6250"/>
                    <a:pt x="9880" y="4939"/>
                  </a:cubicBezTo>
                  <a:cubicBezTo>
                    <a:pt x="9880" y="3629"/>
                    <a:pt x="9359" y="2373"/>
                    <a:pt x="8433" y="1446"/>
                  </a:cubicBezTo>
                  <a:cubicBezTo>
                    <a:pt x="7507" y="520"/>
                    <a:pt x="6250" y="0"/>
                    <a:pt x="49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7" name="Google Shape;257;p35"/>
            <p:cNvGrpSpPr/>
            <p:nvPr/>
          </p:nvGrpSpPr>
          <p:grpSpPr>
            <a:xfrm>
              <a:off x="1680888" y="571212"/>
              <a:ext cx="567532" cy="567589"/>
              <a:chOff x="388650" y="4371262"/>
              <a:chExt cx="567532" cy="567589"/>
            </a:xfrm>
          </p:grpSpPr>
          <p:sp>
            <p:nvSpPr>
              <p:cNvPr id="258" name="Google Shape;258;p35"/>
              <p:cNvSpPr/>
              <p:nvPr/>
            </p:nvSpPr>
            <p:spPr>
              <a:xfrm>
                <a:off x="388650" y="4371262"/>
                <a:ext cx="567532" cy="567589"/>
              </a:xfrm>
              <a:custGeom>
                <a:rect b="b" l="l" r="r" t="t"/>
                <a:pathLst>
                  <a:path extrusionOk="0" h="9881" w="9880">
                    <a:moveTo>
                      <a:pt x="4940" y="1"/>
                    </a:moveTo>
                    <a:cubicBezTo>
                      <a:pt x="3630" y="1"/>
                      <a:pt x="2373" y="522"/>
                      <a:pt x="1448" y="1447"/>
                    </a:cubicBezTo>
                    <a:cubicBezTo>
                      <a:pt x="521" y="2374"/>
                      <a:pt x="1" y="3631"/>
                      <a:pt x="1" y="4941"/>
                    </a:cubicBezTo>
                    <a:cubicBezTo>
                      <a:pt x="1" y="6251"/>
                      <a:pt x="521" y="7507"/>
                      <a:pt x="1448" y="8433"/>
                    </a:cubicBezTo>
                    <a:cubicBezTo>
                      <a:pt x="2373" y="9360"/>
                      <a:pt x="3630" y="9880"/>
                      <a:pt x="4940" y="9880"/>
                    </a:cubicBezTo>
                    <a:cubicBezTo>
                      <a:pt x="6251" y="9880"/>
                      <a:pt x="7507" y="9360"/>
                      <a:pt x="8433" y="8433"/>
                    </a:cubicBezTo>
                    <a:cubicBezTo>
                      <a:pt x="9359" y="7507"/>
                      <a:pt x="9880" y="6251"/>
                      <a:pt x="9880" y="4941"/>
                    </a:cubicBezTo>
                    <a:cubicBezTo>
                      <a:pt x="9880" y="3631"/>
                      <a:pt x="9359" y="2374"/>
                      <a:pt x="8433" y="1447"/>
                    </a:cubicBezTo>
                    <a:cubicBezTo>
                      <a:pt x="7507" y="522"/>
                      <a:pt x="6251" y="1"/>
                      <a:pt x="494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35"/>
              <p:cNvSpPr/>
              <p:nvPr/>
            </p:nvSpPr>
            <p:spPr>
              <a:xfrm>
                <a:off x="492908" y="4510732"/>
                <a:ext cx="359245" cy="316910"/>
              </a:xfrm>
              <a:custGeom>
                <a:rect b="b" l="l" r="r" t="t"/>
                <a:pathLst>
                  <a:path extrusionOk="0" h="5517" w="6254">
                    <a:moveTo>
                      <a:pt x="1606" y="0"/>
                    </a:moveTo>
                    <a:cubicBezTo>
                      <a:pt x="1575" y="0"/>
                      <a:pt x="1544" y="1"/>
                      <a:pt x="1513" y="3"/>
                    </a:cubicBezTo>
                    <a:cubicBezTo>
                      <a:pt x="703" y="49"/>
                      <a:pt x="50" y="713"/>
                      <a:pt x="16" y="1523"/>
                    </a:cubicBezTo>
                    <a:cubicBezTo>
                      <a:pt x="0" y="1925"/>
                      <a:pt x="134" y="2295"/>
                      <a:pt x="365" y="2583"/>
                    </a:cubicBezTo>
                    <a:cubicBezTo>
                      <a:pt x="408" y="2636"/>
                      <a:pt x="454" y="2687"/>
                      <a:pt x="503" y="2734"/>
                    </a:cubicBezTo>
                    <a:cubicBezTo>
                      <a:pt x="988" y="3262"/>
                      <a:pt x="2610" y="5019"/>
                      <a:pt x="3029" y="5473"/>
                    </a:cubicBezTo>
                    <a:cubicBezTo>
                      <a:pt x="3055" y="5502"/>
                      <a:pt x="3091" y="5516"/>
                      <a:pt x="3127" y="5516"/>
                    </a:cubicBezTo>
                    <a:cubicBezTo>
                      <a:pt x="3164" y="5516"/>
                      <a:pt x="3200" y="5502"/>
                      <a:pt x="3227" y="5473"/>
                    </a:cubicBezTo>
                    <a:lnTo>
                      <a:pt x="5744" y="2741"/>
                    </a:lnTo>
                    <a:cubicBezTo>
                      <a:pt x="5796" y="2693"/>
                      <a:pt x="5844" y="2639"/>
                      <a:pt x="5889" y="2584"/>
                    </a:cubicBezTo>
                    <a:lnTo>
                      <a:pt x="5890" y="2583"/>
                    </a:lnTo>
                    <a:cubicBezTo>
                      <a:pt x="6121" y="2295"/>
                      <a:pt x="6254" y="1925"/>
                      <a:pt x="6237" y="1523"/>
                    </a:cubicBezTo>
                    <a:cubicBezTo>
                      <a:pt x="6204" y="713"/>
                      <a:pt x="5551" y="49"/>
                      <a:pt x="4742" y="3"/>
                    </a:cubicBezTo>
                    <a:cubicBezTo>
                      <a:pt x="4711" y="1"/>
                      <a:pt x="4680" y="0"/>
                      <a:pt x="4649" y="0"/>
                    </a:cubicBezTo>
                    <a:cubicBezTo>
                      <a:pt x="3930" y="0"/>
                      <a:pt x="3324" y="478"/>
                      <a:pt x="3127" y="1134"/>
                    </a:cubicBezTo>
                    <a:cubicBezTo>
                      <a:pt x="2931" y="478"/>
                      <a:pt x="2324" y="0"/>
                      <a:pt x="16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0" name="Google Shape;260;p35"/>
          <p:cNvSpPr/>
          <p:nvPr/>
        </p:nvSpPr>
        <p:spPr>
          <a:xfrm>
            <a:off x="4915787" y="4861238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5"/>
          <p:cNvSpPr/>
          <p:nvPr/>
        </p:nvSpPr>
        <p:spPr>
          <a:xfrm>
            <a:off x="5903425" y="17393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2_1_1_1_1_1_1_1_1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4" name="Google Shape;264;p36"/>
          <p:cNvSpPr/>
          <p:nvPr/>
        </p:nvSpPr>
        <p:spPr>
          <a:xfrm>
            <a:off x="252087" y="1305588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6"/>
          <p:cNvSpPr/>
          <p:nvPr/>
        </p:nvSpPr>
        <p:spPr>
          <a:xfrm>
            <a:off x="8763075" y="468401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2_1_1_1_1_1_1_1_1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8" name="Google Shape;268;p37"/>
          <p:cNvSpPr/>
          <p:nvPr/>
        </p:nvSpPr>
        <p:spPr>
          <a:xfrm>
            <a:off x="5696262" y="4755125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>
            <a:off x="363300" y="29053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2_1_1_1_1_1_1_1_1_1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2" name="Google Shape;272;p38"/>
          <p:cNvSpPr/>
          <p:nvPr/>
        </p:nvSpPr>
        <p:spPr>
          <a:xfrm>
            <a:off x="8735012" y="2032825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8"/>
          <p:cNvSpPr/>
          <p:nvPr/>
        </p:nvSpPr>
        <p:spPr>
          <a:xfrm>
            <a:off x="478450" y="4755123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2_1_1_1_1_1_1_1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6" name="Google Shape;276;p39"/>
          <p:cNvSpPr/>
          <p:nvPr/>
        </p:nvSpPr>
        <p:spPr>
          <a:xfrm>
            <a:off x="8667837" y="480485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/>
          <p:nvPr/>
        </p:nvSpPr>
        <p:spPr>
          <a:xfrm>
            <a:off x="6149250" y="1800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2_1_1_1_1_1_1_1_1_1_1_1_1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0" name="Google Shape;280;p40"/>
          <p:cNvSpPr/>
          <p:nvPr/>
        </p:nvSpPr>
        <p:spPr>
          <a:xfrm>
            <a:off x="4848612" y="481125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0"/>
          <p:cNvSpPr/>
          <p:nvPr/>
        </p:nvSpPr>
        <p:spPr>
          <a:xfrm>
            <a:off x="276450" y="27688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2" name="Google Shape;282;p40"/>
          <p:cNvGrpSpPr/>
          <p:nvPr/>
        </p:nvGrpSpPr>
        <p:grpSpPr>
          <a:xfrm>
            <a:off x="232376" y="4462119"/>
            <a:ext cx="503709" cy="503608"/>
            <a:chOff x="7955951" y="4362269"/>
            <a:chExt cx="503709" cy="503608"/>
          </a:xfrm>
        </p:grpSpPr>
        <p:sp>
          <p:nvSpPr>
            <p:cNvPr id="283" name="Google Shape;283;p40"/>
            <p:cNvSpPr/>
            <p:nvPr/>
          </p:nvSpPr>
          <p:spPr>
            <a:xfrm>
              <a:off x="7955951" y="4362275"/>
              <a:ext cx="503697" cy="503599"/>
            </a:xfrm>
            <a:custGeom>
              <a:rect b="b" l="l" r="r" t="t"/>
              <a:pathLst>
                <a:path extrusionOk="0" h="5156" w="5157">
                  <a:moveTo>
                    <a:pt x="2579" y="0"/>
                  </a:moveTo>
                  <a:cubicBezTo>
                    <a:pt x="1154" y="0"/>
                    <a:pt x="0" y="1154"/>
                    <a:pt x="0" y="2579"/>
                  </a:cubicBezTo>
                  <a:cubicBezTo>
                    <a:pt x="0" y="4002"/>
                    <a:pt x="1154" y="5156"/>
                    <a:pt x="2579" y="5156"/>
                  </a:cubicBezTo>
                  <a:cubicBezTo>
                    <a:pt x="4002" y="5156"/>
                    <a:pt x="5157" y="4002"/>
                    <a:pt x="5157" y="2579"/>
                  </a:cubicBezTo>
                  <a:cubicBezTo>
                    <a:pt x="5157" y="1154"/>
                    <a:pt x="4002" y="0"/>
                    <a:pt x="2579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4" name="Google Shape;284;p40"/>
            <p:cNvGrpSpPr/>
            <p:nvPr/>
          </p:nvGrpSpPr>
          <p:grpSpPr>
            <a:xfrm>
              <a:off x="7955954" y="4362269"/>
              <a:ext cx="503706" cy="503608"/>
              <a:chOff x="4703375" y="4203550"/>
              <a:chExt cx="410652" cy="410572"/>
            </a:xfrm>
          </p:grpSpPr>
          <p:sp>
            <p:nvSpPr>
              <p:cNvPr id="285" name="Google Shape;285;p40"/>
              <p:cNvSpPr/>
              <p:nvPr/>
            </p:nvSpPr>
            <p:spPr>
              <a:xfrm>
                <a:off x="4703375" y="4203550"/>
                <a:ext cx="410652" cy="410572"/>
              </a:xfrm>
              <a:custGeom>
                <a:rect b="b" l="l" r="r" t="t"/>
                <a:pathLst>
                  <a:path extrusionOk="0" h="5156" w="5157">
                    <a:moveTo>
                      <a:pt x="2578" y="0"/>
                    </a:moveTo>
                    <a:cubicBezTo>
                      <a:pt x="1155" y="0"/>
                      <a:pt x="0" y="1154"/>
                      <a:pt x="0" y="2579"/>
                    </a:cubicBezTo>
                    <a:cubicBezTo>
                      <a:pt x="0" y="4002"/>
                      <a:pt x="1155" y="5156"/>
                      <a:pt x="2578" y="5156"/>
                    </a:cubicBezTo>
                    <a:cubicBezTo>
                      <a:pt x="4003" y="5156"/>
                      <a:pt x="5157" y="4002"/>
                      <a:pt x="5157" y="2579"/>
                    </a:cubicBezTo>
                    <a:cubicBezTo>
                      <a:pt x="5157" y="1154"/>
                      <a:pt x="4003" y="0"/>
                      <a:pt x="257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40"/>
              <p:cNvSpPr/>
              <p:nvPr/>
            </p:nvSpPr>
            <p:spPr>
              <a:xfrm>
                <a:off x="4826165" y="4299027"/>
                <a:ext cx="75649" cy="219620"/>
              </a:xfrm>
              <a:custGeom>
                <a:rect b="b" l="l" r="r" t="t"/>
                <a:pathLst>
                  <a:path extrusionOk="0" h="2758" w="950">
                    <a:moveTo>
                      <a:pt x="495" y="1"/>
                    </a:moveTo>
                    <a:lnTo>
                      <a:pt x="1" y="2758"/>
                    </a:lnTo>
                    <a:lnTo>
                      <a:pt x="456" y="2758"/>
                    </a:lnTo>
                    <a:lnTo>
                      <a:pt x="95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40"/>
              <p:cNvSpPr/>
              <p:nvPr/>
            </p:nvSpPr>
            <p:spPr>
              <a:xfrm>
                <a:off x="4915590" y="4299027"/>
                <a:ext cx="75569" cy="219620"/>
              </a:xfrm>
              <a:custGeom>
                <a:rect b="b" l="l" r="r" t="t"/>
                <a:pathLst>
                  <a:path extrusionOk="0" h="2758" w="949">
                    <a:moveTo>
                      <a:pt x="494" y="1"/>
                    </a:moveTo>
                    <a:lnTo>
                      <a:pt x="1" y="2758"/>
                    </a:lnTo>
                    <a:lnTo>
                      <a:pt x="455" y="2758"/>
                    </a:lnTo>
                    <a:lnTo>
                      <a:pt x="94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p40"/>
              <p:cNvSpPr/>
              <p:nvPr/>
            </p:nvSpPr>
            <p:spPr>
              <a:xfrm>
                <a:off x="4796463" y="4346089"/>
                <a:ext cx="237696" cy="36869"/>
              </a:xfrm>
              <a:custGeom>
                <a:rect b="b" l="l" r="r" t="t"/>
                <a:pathLst>
                  <a:path extrusionOk="0" h="463" w="2985">
                    <a:moveTo>
                      <a:pt x="2985" y="1"/>
                    </a:moveTo>
                    <a:lnTo>
                      <a:pt x="67" y="11"/>
                    </a:lnTo>
                    <a:lnTo>
                      <a:pt x="0" y="463"/>
                    </a:lnTo>
                    <a:lnTo>
                      <a:pt x="0" y="463"/>
                    </a:lnTo>
                    <a:lnTo>
                      <a:pt x="2918" y="451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40"/>
              <p:cNvSpPr/>
              <p:nvPr/>
            </p:nvSpPr>
            <p:spPr>
              <a:xfrm>
                <a:off x="4783244" y="4434717"/>
                <a:ext cx="237775" cy="36948"/>
              </a:xfrm>
              <a:custGeom>
                <a:rect b="b" l="l" r="r" t="t"/>
                <a:pathLst>
                  <a:path extrusionOk="0" h="464" w="2986">
                    <a:moveTo>
                      <a:pt x="2985" y="1"/>
                    </a:moveTo>
                    <a:lnTo>
                      <a:pt x="68" y="12"/>
                    </a:lnTo>
                    <a:lnTo>
                      <a:pt x="1" y="463"/>
                    </a:lnTo>
                    <a:lnTo>
                      <a:pt x="1" y="463"/>
                    </a:lnTo>
                    <a:lnTo>
                      <a:pt x="2918" y="452"/>
                    </a:lnTo>
                    <a:lnTo>
                      <a:pt x="298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2_1_1_1_1_1_1_1_1_1_1_1_1_1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2" name="Google Shape;292;p41"/>
          <p:cNvSpPr/>
          <p:nvPr/>
        </p:nvSpPr>
        <p:spPr>
          <a:xfrm>
            <a:off x="7798612" y="29055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1"/>
          <p:cNvSpPr/>
          <p:nvPr/>
        </p:nvSpPr>
        <p:spPr>
          <a:xfrm>
            <a:off x="385675" y="4763235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2_1_1_1_1_1_1_1_1_1_1_1_1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2_1_1_1_1_1_1_1_1_1_1_1_1_1_1_1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8" name="Google Shape;298;p43"/>
          <p:cNvSpPr/>
          <p:nvPr/>
        </p:nvSpPr>
        <p:spPr>
          <a:xfrm>
            <a:off x="230487" y="3111800"/>
            <a:ext cx="187038" cy="154478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3"/>
          <p:cNvSpPr/>
          <p:nvPr/>
        </p:nvSpPr>
        <p:spPr>
          <a:xfrm>
            <a:off x="8644700" y="1059160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4"/>
          <p:cNvSpPr txBox="1"/>
          <p:nvPr>
            <p:ph type="title"/>
          </p:nvPr>
        </p:nvSpPr>
        <p:spPr>
          <a:xfrm>
            <a:off x="2347938" y="5400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2" name="Google Shape;302;p44"/>
          <p:cNvSpPr txBox="1"/>
          <p:nvPr>
            <p:ph idx="1" type="subTitle"/>
          </p:nvPr>
        </p:nvSpPr>
        <p:spPr>
          <a:xfrm>
            <a:off x="2347900" y="1807355"/>
            <a:ext cx="4448100" cy="10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44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4" name="Google Shape;304;p44"/>
          <p:cNvSpPr/>
          <p:nvPr/>
        </p:nvSpPr>
        <p:spPr>
          <a:xfrm>
            <a:off x="4004375" y="4786113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4"/>
          <p:cNvSpPr/>
          <p:nvPr/>
        </p:nvSpPr>
        <p:spPr>
          <a:xfrm>
            <a:off x="3792970" y="22602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45"/>
          <p:cNvGrpSpPr/>
          <p:nvPr/>
        </p:nvGrpSpPr>
        <p:grpSpPr>
          <a:xfrm>
            <a:off x="7645044" y="278473"/>
            <a:ext cx="1174231" cy="940257"/>
            <a:chOff x="7599119" y="3133086"/>
            <a:chExt cx="1174231" cy="940257"/>
          </a:xfrm>
        </p:grpSpPr>
        <p:sp>
          <p:nvSpPr>
            <p:cNvPr id="308" name="Google Shape;308;p45"/>
            <p:cNvSpPr/>
            <p:nvPr/>
          </p:nvSpPr>
          <p:spPr>
            <a:xfrm flipH="1" rot="358398">
              <a:off x="7639391" y="3187737"/>
              <a:ext cx="1093688" cy="830955"/>
            </a:xfrm>
            <a:custGeom>
              <a:rect b="b" l="l" r="r" t="t"/>
              <a:pathLst>
                <a:path extrusionOk="0" h="9289" w="12225">
                  <a:moveTo>
                    <a:pt x="1551" y="0"/>
                  </a:moveTo>
                  <a:cubicBezTo>
                    <a:pt x="697" y="0"/>
                    <a:pt x="0" y="698"/>
                    <a:pt x="0" y="1551"/>
                  </a:cubicBezTo>
                  <a:lnTo>
                    <a:pt x="0" y="5015"/>
                  </a:lnTo>
                  <a:cubicBezTo>
                    <a:pt x="0" y="5868"/>
                    <a:pt x="697" y="6566"/>
                    <a:pt x="1551" y="6566"/>
                  </a:cubicBezTo>
                  <a:lnTo>
                    <a:pt x="7384" y="6566"/>
                  </a:lnTo>
                  <a:lnTo>
                    <a:pt x="10984" y="9289"/>
                  </a:lnTo>
                  <a:lnTo>
                    <a:pt x="10245" y="6566"/>
                  </a:lnTo>
                  <a:lnTo>
                    <a:pt x="10674" y="6566"/>
                  </a:lnTo>
                  <a:cubicBezTo>
                    <a:pt x="11526" y="6566"/>
                    <a:pt x="12225" y="5867"/>
                    <a:pt x="12225" y="5015"/>
                  </a:cubicBezTo>
                  <a:lnTo>
                    <a:pt x="12225" y="1551"/>
                  </a:lnTo>
                  <a:cubicBezTo>
                    <a:pt x="12225" y="698"/>
                    <a:pt x="11526" y="0"/>
                    <a:pt x="106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9" name="Google Shape;309;p45"/>
            <p:cNvGrpSpPr/>
            <p:nvPr/>
          </p:nvGrpSpPr>
          <p:grpSpPr>
            <a:xfrm flipH="1" rot="358386">
              <a:off x="7639350" y="3191912"/>
              <a:ext cx="1093770" cy="822635"/>
              <a:chOff x="3946050" y="181125"/>
              <a:chExt cx="839376" cy="631351"/>
            </a:xfrm>
          </p:grpSpPr>
          <p:sp>
            <p:nvSpPr>
              <p:cNvPr id="310" name="Google Shape;310;p45"/>
              <p:cNvSpPr/>
              <p:nvPr/>
            </p:nvSpPr>
            <p:spPr>
              <a:xfrm>
                <a:off x="3946050" y="181125"/>
                <a:ext cx="839376" cy="450789"/>
              </a:xfrm>
              <a:custGeom>
                <a:rect b="b" l="l" r="r" t="t"/>
                <a:pathLst>
                  <a:path extrusionOk="0" h="6566" w="12226">
                    <a:moveTo>
                      <a:pt x="1552" y="0"/>
                    </a:moveTo>
                    <a:cubicBezTo>
                      <a:pt x="699" y="0"/>
                      <a:pt x="1" y="698"/>
                      <a:pt x="1" y="1551"/>
                    </a:cubicBezTo>
                    <a:lnTo>
                      <a:pt x="1" y="5015"/>
                    </a:lnTo>
                    <a:cubicBezTo>
                      <a:pt x="1" y="5867"/>
                      <a:pt x="699" y="6566"/>
                      <a:pt x="1552" y="6566"/>
                    </a:cubicBezTo>
                    <a:lnTo>
                      <a:pt x="10675" y="6566"/>
                    </a:lnTo>
                    <a:cubicBezTo>
                      <a:pt x="11528" y="6566"/>
                      <a:pt x="12226" y="5867"/>
                      <a:pt x="12226" y="5015"/>
                    </a:cubicBezTo>
                    <a:lnTo>
                      <a:pt x="12226" y="1551"/>
                    </a:lnTo>
                    <a:cubicBezTo>
                      <a:pt x="12226" y="698"/>
                      <a:pt x="11528" y="0"/>
                      <a:pt x="106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45"/>
              <p:cNvSpPr/>
              <p:nvPr/>
            </p:nvSpPr>
            <p:spPr>
              <a:xfrm>
                <a:off x="4453014" y="625460"/>
                <a:ext cx="247364" cy="187016"/>
              </a:xfrm>
              <a:custGeom>
                <a:rect b="b" l="l" r="r" t="t"/>
                <a:pathLst>
                  <a:path extrusionOk="0" h="2724" w="3603">
                    <a:moveTo>
                      <a:pt x="1" y="1"/>
                    </a:moveTo>
                    <a:lnTo>
                      <a:pt x="3602" y="2724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45"/>
              <p:cNvSpPr/>
              <p:nvPr/>
            </p:nvSpPr>
            <p:spPr>
              <a:xfrm>
                <a:off x="4031185" y="388743"/>
                <a:ext cx="669180" cy="35632"/>
              </a:xfrm>
              <a:custGeom>
                <a:rect b="b" l="l" r="r" t="t"/>
                <a:pathLst>
                  <a:path extrusionOk="0" h="519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1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45"/>
              <p:cNvSpPr/>
              <p:nvPr/>
            </p:nvSpPr>
            <p:spPr>
              <a:xfrm>
                <a:off x="4031185" y="281982"/>
                <a:ext cx="669180" cy="35632"/>
              </a:xfrm>
              <a:custGeom>
                <a:rect b="b" l="l" r="r" t="t"/>
                <a:pathLst>
                  <a:path extrusionOk="0" h="519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60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60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45"/>
              <p:cNvSpPr/>
              <p:nvPr/>
            </p:nvSpPr>
            <p:spPr>
              <a:xfrm>
                <a:off x="4031185" y="495436"/>
                <a:ext cx="669180" cy="35563"/>
              </a:xfrm>
              <a:custGeom>
                <a:rect b="b" l="l" r="r" t="t"/>
                <a:pathLst>
                  <a:path extrusionOk="0" h="518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5" name="Google Shape;315;p45"/>
          <p:cNvGrpSpPr/>
          <p:nvPr/>
        </p:nvGrpSpPr>
        <p:grpSpPr>
          <a:xfrm rot="-1033791">
            <a:off x="389294" y="4175341"/>
            <a:ext cx="673353" cy="673353"/>
            <a:chOff x="369411" y="4281700"/>
            <a:chExt cx="567589" cy="567589"/>
          </a:xfrm>
        </p:grpSpPr>
        <p:sp>
          <p:nvSpPr>
            <p:cNvPr id="316" name="Google Shape;316;p45"/>
            <p:cNvSpPr/>
            <p:nvPr/>
          </p:nvSpPr>
          <p:spPr>
            <a:xfrm>
              <a:off x="369411" y="4281763"/>
              <a:ext cx="567589" cy="567474"/>
            </a:xfrm>
            <a:custGeom>
              <a:rect b="b" l="l" r="r" t="t"/>
              <a:pathLst>
                <a:path extrusionOk="0" h="9879" w="9881">
                  <a:moveTo>
                    <a:pt x="4940" y="0"/>
                  </a:moveTo>
                  <a:cubicBezTo>
                    <a:pt x="3629" y="0"/>
                    <a:pt x="2374" y="520"/>
                    <a:pt x="1447" y="1446"/>
                  </a:cubicBezTo>
                  <a:cubicBezTo>
                    <a:pt x="521" y="2373"/>
                    <a:pt x="0" y="3629"/>
                    <a:pt x="0" y="4939"/>
                  </a:cubicBezTo>
                  <a:cubicBezTo>
                    <a:pt x="0" y="6250"/>
                    <a:pt x="521" y="7505"/>
                    <a:pt x="1447" y="8432"/>
                  </a:cubicBezTo>
                  <a:cubicBezTo>
                    <a:pt x="2374" y="9359"/>
                    <a:pt x="3629" y="9879"/>
                    <a:pt x="4940" y="9879"/>
                  </a:cubicBezTo>
                  <a:cubicBezTo>
                    <a:pt x="6250" y="9879"/>
                    <a:pt x="7507" y="9359"/>
                    <a:pt x="8433" y="8432"/>
                  </a:cubicBezTo>
                  <a:cubicBezTo>
                    <a:pt x="9359" y="7505"/>
                    <a:pt x="9880" y="6250"/>
                    <a:pt x="9880" y="4939"/>
                  </a:cubicBezTo>
                  <a:cubicBezTo>
                    <a:pt x="9880" y="3629"/>
                    <a:pt x="9359" y="2373"/>
                    <a:pt x="8433" y="1446"/>
                  </a:cubicBezTo>
                  <a:cubicBezTo>
                    <a:pt x="7507" y="520"/>
                    <a:pt x="6250" y="0"/>
                    <a:pt x="49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7" name="Google Shape;317;p45"/>
            <p:cNvGrpSpPr/>
            <p:nvPr/>
          </p:nvGrpSpPr>
          <p:grpSpPr>
            <a:xfrm>
              <a:off x="369438" y="4281700"/>
              <a:ext cx="567532" cy="567589"/>
              <a:chOff x="388650" y="4371262"/>
              <a:chExt cx="567532" cy="567589"/>
            </a:xfrm>
          </p:grpSpPr>
          <p:sp>
            <p:nvSpPr>
              <p:cNvPr id="318" name="Google Shape;318;p45"/>
              <p:cNvSpPr/>
              <p:nvPr/>
            </p:nvSpPr>
            <p:spPr>
              <a:xfrm>
                <a:off x="388650" y="4371262"/>
                <a:ext cx="567532" cy="567589"/>
              </a:xfrm>
              <a:custGeom>
                <a:rect b="b" l="l" r="r" t="t"/>
                <a:pathLst>
                  <a:path extrusionOk="0" h="9881" w="9880">
                    <a:moveTo>
                      <a:pt x="4940" y="1"/>
                    </a:moveTo>
                    <a:cubicBezTo>
                      <a:pt x="3630" y="1"/>
                      <a:pt x="2373" y="522"/>
                      <a:pt x="1448" y="1447"/>
                    </a:cubicBezTo>
                    <a:cubicBezTo>
                      <a:pt x="521" y="2374"/>
                      <a:pt x="1" y="3631"/>
                      <a:pt x="1" y="4941"/>
                    </a:cubicBezTo>
                    <a:cubicBezTo>
                      <a:pt x="1" y="6251"/>
                      <a:pt x="521" y="7507"/>
                      <a:pt x="1448" y="8433"/>
                    </a:cubicBezTo>
                    <a:cubicBezTo>
                      <a:pt x="2373" y="9360"/>
                      <a:pt x="3630" y="9880"/>
                      <a:pt x="4940" y="9880"/>
                    </a:cubicBezTo>
                    <a:cubicBezTo>
                      <a:pt x="6251" y="9880"/>
                      <a:pt x="7507" y="9360"/>
                      <a:pt x="8433" y="8433"/>
                    </a:cubicBezTo>
                    <a:cubicBezTo>
                      <a:pt x="9359" y="7507"/>
                      <a:pt x="9880" y="6251"/>
                      <a:pt x="9880" y="4941"/>
                    </a:cubicBezTo>
                    <a:cubicBezTo>
                      <a:pt x="9880" y="3631"/>
                      <a:pt x="9359" y="2374"/>
                      <a:pt x="8433" y="1447"/>
                    </a:cubicBezTo>
                    <a:cubicBezTo>
                      <a:pt x="7507" y="522"/>
                      <a:pt x="6251" y="1"/>
                      <a:pt x="4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45"/>
              <p:cNvSpPr/>
              <p:nvPr/>
            </p:nvSpPr>
            <p:spPr>
              <a:xfrm>
                <a:off x="492908" y="4510732"/>
                <a:ext cx="359245" cy="316910"/>
              </a:xfrm>
              <a:custGeom>
                <a:rect b="b" l="l" r="r" t="t"/>
                <a:pathLst>
                  <a:path extrusionOk="0" h="5517" w="6254">
                    <a:moveTo>
                      <a:pt x="1606" y="0"/>
                    </a:moveTo>
                    <a:cubicBezTo>
                      <a:pt x="1575" y="0"/>
                      <a:pt x="1544" y="1"/>
                      <a:pt x="1513" y="3"/>
                    </a:cubicBezTo>
                    <a:cubicBezTo>
                      <a:pt x="703" y="49"/>
                      <a:pt x="50" y="713"/>
                      <a:pt x="16" y="1523"/>
                    </a:cubicBezTo>
                    <a:cubicBezTo>
                      <a:pt x="0" y="1925"/>
                      <a:pt x="134" y="2295"/>
                      <a:pt x="365" y="2583"/>
                    </a:cubicBezTo>
                    <a:cubicBezTo>
                      <a:pt x="408" y="2636"/>
                      <a:pt x="454" y="2687"/>
                      <a:pt x="503" y="2734"/>
                    </a:cubicBezTo>
                    <a:cubicBezTo>
                      <a:pt x="988" y="3262"/>
                      <a:pt x="2610" y="5019"/>
                      <a:pt x="3029" y="5473"/>
                    </a:cubicBezTo>
                    <a:cubicBezTo>
                      <a:pt x="3055" y="5502"/>
                      <a:pt x="3091" y="5516"/>
                      <a:pt x="3127" y="5516"/>
                    </a:cubicBezTo>
                    <a:cubicBezTo>
                      <a:pt x="3164" y="5516"/>
                      <a:pt x="3200" y="5502"/>
                      <a:pt x="3227" y="5473"/>
                    </a:cubicBezTo>
                    <a:lnTo>
                      <a:pt x="5744" y="2741"/>
                    </a:lnTo>
                    <a:cubicBezTo>
                      <a:pt x="5796" y="2693"/>
                      <a:pt x="5844" y="2639"/>
                      <a:pt x="5889" y="2584"/>
                    </a:cubicBezTo>
                    <a:lnTo>
                      <a:pt x="5890" y="2583"/>
                    </a:lnTo>
                    <a:cubicBezTo>
                      <a:pt x="6121" y="2295"/>
                      <a:pt x="6254" y="1925"/>
                      <a:pt x="6237" y="1523"/>
                    </a:cubicBezTo>
                    <a:cubicBezTo>
                      <a:pt x="6204" y="713"/>
                      <a:pt x="5551" y="49"/>
                      <a:pt x="4742" y="3"/>
                    </a:cubicBezTo>
                    <a:cubicBezTo>
                      <a:pt x="4711" y="1"/>
                      <a:pt x="4680" y="0"/>
                      <a:pt x="4649" y="0"/>
                    </a:cubicBezTo>
                    <a:cubicBezTo>
                      <a:pt x="3930" y="0"/>
                      <a:pt x="3324" y="478"/>
                      <a:pt x="3127" y="1134"/>
                    </a:cubicBezTo>
                    <a:cubicBezTo>
                      <a:pt x="2931" y="478"/>
                      <a:pt x="2324" y="0"/>
                      <a:pt x="16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20" name="Google Shape;320;p45"/>
          <p:cNvSpPr/>
          <p:nvPr/>
        </p:nvSpPr>
        <p:spPr>
          <a:xfrm>
            <a:off x="4307325" y="4734288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5"/>
          <p:cNvSpPr/>
          <p:nvPr/>
        </p:nvSpPr>
        <p:spPr>
          <a:xfrm>
            <a:off x="304682" y="198202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5"/>
          <p:cNvSpPr/>
          <p:nvPr/>
        </p:nvSpPr>
        <p:spPr>
          <a:xfrm>
            <a:off x="8651276" y="2358996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5"/>
          <p:cNvSpPr/>
          <p:nvPr/>
        </p:nvSpPr>
        <p:spPr>
          <a:xfrm>
            <a:off x="3792970" y="22602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6"/>
          <p:cNvSpPr/>
          <p:nvPr/>
        </p:nvSpPr>
        <p:spPr>
          <a:xfrm>
            <a:off x="6270150" y="4734288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6"/>
          <p:cNvSpPr/>
          <p:nvPr/>
        </p:nvSpPr>
        <p:spPr>
          <a:xfrm>
            <a:off x="8758432" y="141195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6"/>
          <p:cNvSpPr/>
          <p:nvPr/>
        </p:nvSpPr>
        <p:spPr>
          <a:xfrm>
            <a:off x="3708626" y="227771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6"/>
          <p:cNvSpPr/>
          <p:nvPr/>
        </p:nvSpPr>
        <p:spPr>
          <a:xfrm>
            <a:off x="230095" y="4048025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9" name="Google Shape;329;p46"/>
          <p:cNvGrpSpPr/>
          <p:nvPr/>
        </p:nvGrpSpPr>
        <p:grpSpPr>
          <a:xfrm>
            <a:off x="333759" y="240759"/>
            <a:ext cx="717034" cy="577245"/>
            <a:chOff x="4717371" y="957406"/>
            <a:chExt cx="752554" cy="605841"/>
          </a:xfrm>
        </p:grpSpPr>
        <p:sp>
          <p:nvSpPr>
            <p:cNvPr id="330" name="Google Shape;330;p46"/>
            <p:cNvSpPr/>
            <p:nvPr/>
          </p:nvSpPr>
          <p:spPr>
            <a:xfrm>
              <a:off x="4717371" y="957448"/>
              <a:ext cx="752554" cy="605799"/>
            </a:xfrm>
            <a:custGeom>
              <a:rect b="b" l="l" r="r" t="t"/>
              <a:pathLst>
                <a:path extrusionOk="0" h="14485" w="17994">
                  <a:moveTo>
                    <a:pt x="2999" y="0"/>
                  </a:moveTo>
                  <a:cubicBezTo>
                    <a:pt x="1351" y="0"/>
                    <a:pt x="0" y="1349"/>
                    <a:pt x="0" y="2999"/>
                  </a:cubicBezTo>
                  <a:lnTo>
                    <a:pt x="0" y="6517"/>
                  </a:lnTo>
                  <a:cubicBezTo>
                    <a:pt x="0" y="8167"/>
                    <a:pt x="1350" y="9516"/>
                    <a:pt x="2999" y="9516"/>
                  </a:cubicBezTo>
                  <a:lnTo>
                    <a:pt x="10069" y="9516"/>
                  </a:lnTo>
                  <a:lnTo>
                    <a:pt x="16078" y="14484"/>
                  </a:lnTo>
                  <a:lnTo>
                    <a:pt x="14688" y="9516"/>
                  </a:lnTo>
                  <a:lnTo>
                    <a:pt x="14995" y="9516"/>
                  </a:lnTo>
                  <a:cubicBezTo>
                    <a:pt x="16643" y="9516"/>
                    <a:pt x="17994" y="8167"/>
                    <a:pt x="17994" y="6517"/>
                  </a:cubicBezTo>
                  <a:lnTo>
                    <a:pt x="17994" y="2999"/>
                  </a:lnTo>
                  <a:cubicBezTo>
                    <a:pt x="17994" y="1349"/>
                    <a:pt x="16643" y="0"/>
                    <a:pt x="14995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1" name="Google Shape;331;p46"/>
            <p:cNvGrpSpPr/>
            <p:nvPr/>
          </p:nvGrpSpPr>
          <p:grpSpPr>
            <a:xfrm>
              <a:off x="4717371" y="957406"/>
              <a:ext cx="752540" cy="605824"/>
              <a:chOff x="4119250" y="695100"/>
              <a:chExt cx="664788" cy="535180"/>
            </a:xfrm>
          </p:grpSpPr>
          <p:sp>
            <p:nvSpPr>
              <p:cNvPr id="332" name="Google Shape;332;p46"/>
              <p:cNvSpPr/>
              <p:nvPr/>
            </p:nvSpPr>
            <p:spPr>
              <a:xfrm>
                <a:off x="4451601" y="949757"/>
                <a:ext cx="261644" cy="280523"/>
              </a:xfrm>
              <a:custGeom>
                <a:rect b="b" l="l" r="r" t="t"/>
                <a:pathLst>
                  <a:path extrusionOk="0" h="7593" w="7082">
                    <a:moveTo>
                      <a:pt x="4958" y="1"/>
                    </a:moveTo>
                    <a:lnTo>
                      <a:pt x="1" y="1738"/>
                    </a:lnTo>
                    <a:lnTo>
                      <a:pt x="7081" y="7592"/>
                    </a:lnTo>
                    <a:lnTo>
                      <a:pt x="4958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46"/>
              <p:cNvSpPr/>
              <p:nvPr/>
            </p:nvSpPr>
            <p:spPr>
              <a:xfrm>
                <a:off x="4119250" y="695100"/>
                <a:ext cx="664788" cy="351643"/>
              </a:xfrm>
              <a:custGeom>
                <a:rect b="b" l="l" r="r" t="t"/>
                <a:pathLst>
                  <a:path extrusionOk="0" h="9518" w="17994">
                    <a:moveTo>
                      <a:pt x="2999" y="0"/>
                    </a:moveTo>
                    <a:cubicBezTo>
                      <a:pt x="1350" y="0"/>
                      <a:pt x="0" y="1350"/>
                      <a:pt x="0" y="2999"/>
                    </a:cubicBezTo>
                    <a:lnTo>
                      <a:pt x="0" y="6518"/>
                    </a:lnTo>
                    <a:cubicBezTo>
                      <a:pt x="0" y="8167"/>
                      <a:pt x="1351" y="9517"/>
                      <a:pt x="2999" y="9517"/>
                    </a:cubicBezTo>
                    <a:lnTo>
                      <a:pt x="14994" y="9517"/>
                    </a:lnTo>
                    <a:cubicBezTo>
                      <a:pt x="16643" y="9517"/>
                      <a:pt x="17993" y="8167"/>
                      <a:pt x="17993" y="6518"/>
                    </a:cubicBezTo>
                    <a:lnTo>
                      <a:pt x="17993" y="2999"/>
                    </a:lnTo>
                    <a:cubicBezTo>
                      <a:pt x="17993" y="1349"/>
                      <a:pt x="16643" y="0"/>
                      <a:pt x="1499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46"/>
              <p:cNvSpPr/>
              <p:nvPr/>
            </p:nvSpPr>
            <p:spPr>
              <a:xfrm>
                <a:off x="4203187" y="853776"/>
                <a:ext cx="496910" cy="33103"/>
              </a:xfrm>
              <a:custGeom>
                <a:rect b="b" l="l" r="r" t="t"/>
                <a:pathLst>
                  <a:path extrusionOk="0" h="896" w="13450">
                    <a:moveTo>
                      <a:pt x="447" y="1"/>
                    </a:moveTo>
                    <a:cubicBezTo>
                      <a:pt x="201" y="1"/>
                      <a:pt x="0" y="202"/>
                      <a:pt x="0" y="448"/>
                    </a:cubicBezTo>
                    <a:cubicBezTo>
                      <a:pt x="0" y="694"/>
                      <a:pt x="202" y="896"/>
                      <a:pt x="447" y="896"/>
                    </a:cubicBezTo>
                    <a:lnTo>
                      <a:pt x="13002" y="896"/>
                    </a:lnTo>
                    <a:cubicBezTo>
                      <a:pt x="13249" y="896"/>
                      <a:pt x="13450" y="694"/>
                      <a:pt x="13450" y="448"/>
                    </a:cubicBezTo>
                    <a:cubicBezTo>
                      <a:pt x="13450" y="202"/>
                      <a:pt x="13248" y="1"/>
                      <a:pt x="130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46"/>
              <p:cNvSpPr/>
              <p:nvPr/>
            </p:nvSpPr>
            <p:spPr>
              <a:xfrm>
                <a:off x="4203187" y="768287"/>
                <a:ext cx="496910" cy="33103"/>
              </a:xfrm>
              <a:custGeom>
                <a:rect b="b" l="l" r="r" t="t"/>
                <a:pathLst>
                  <a:path extrusionOk="0" h="896" w="13450">
                    <a:moveTo>
                      <a:pt x="447" y="1"/>
                    </a:moveTo>
                    <a:cubicBezTo>
                      <a:pt x="201" y="1"/>
                      <a:pt x="0" y="202"/>
                      <a:pt x="0" y="448"/>
                    </a:cubicBezTo>
                    <a:cubicBezTo>
                      <a:pt x="0" y="694"/>
                      <a:pt x="202" y="896"/>
                      <a:pt x="447" y="896"/>
                    </a:cubicBezTo>
                    <a:lnTo>
                      <a:pt x="13002" y="896"/>
                    </a:lnTo>
                    <a:cubicBezTo>
                      <a:pt x="13249" y="896"/>
                      <a:pt x="13450" y="694"/>
                      <a:pt x="13450" y="448"/>
                    </a:cubicBezTo>
                    <a:cubicBezTo>
                      <a:pt x="13450" y="202"/>
                      <a:pt x="13248" y="1"/>
                      <a:pt x="1300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46"/>
              <p:cNvSpPr/>
              <p:nvPr/>
            </p:nvSpPr>
            <p:spPr>
              <a:xfrm>
                <a:off x="4258493" y="939302"/>
                <a:ext cx="386297" cy="33066"/>
              </a:xfrm>
              <a:custGeom>
                <a:rect b="b" l="l" r="r" t="t"/>
                <a:pathLst>
                  <a:path extrusionOk="0" h="895" w="10456">
                    <a:moveTo>
                      <a:pt x="448" y="1"/>
                    </a:moveTo>
                    <a:cubicBezTo>
                      <a:pt x="202" y="1"/>
                      <a:pt x="0" y="201"/>
                      <a:pt x="0" y="448"/>
                    </a:cubicBezTo>
                    <a:cubicBezTo>
                      <a:pt x="0" y="694"/>
                      <a:pt x="202" y="894"/>
                      <a:pt x="448" y="894"/>
                    </a:cubicBezTo>
                    <a:lnTo>
                      <a:pt x="10008" y="894"/>
                    </a:lnTo>
                    <a:cubicBezTo>
                      <a:pt x="10254" y="894"/>
                      <a:pt x="10455" y="694"/>
                      <a:pt x="10455" y="448"/>
                    </a:cubicBezTo>
                    <a:cubicBezTo>
                      <a:pt x="10455" y="201"/>
                      <a:pt x="10254" y="1"/>
                      <a:pt x="1000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37" name="Google Shape;337;p46"/>
          <p:cNvGrpSpPr/>
          <p:nvPr/>
        </p:nvGrpSpPr>
        <p:grpSpPr>
          <a:xfrm>
            <a:off x="7973446" y="4300108"/>
            <a:ext cx="699627" cy="628020"/>
            <a:chOff x="7504750" y="3349500"/>
            <a:chExt cx="734286" cy="659131"/>
          </a:xfrm>
        </p:grpSpPr>
        <p:sp>
          <p:nvSpPr>
            <p:cNvPr id="338" name="Google Shape;338;p46"/>
            <p:cNvSpPr/>
            <p:nvPr/>
          </p:nvSpPr>
          <p:spPr>
            <a:xfrm>
              <a:off x="7504759" y="3349500"/>
              <a:ext cx="734276" cy="659131"/>
            </a:xfrm>
            <a:custGeom>
              <a:rect b="b" l="l" r="r" t="t"/>
              <a:pathLst>
                <a:path extrusionOk="0" h="8517" w="9488">
                  <a:moveTo>
                    <a:pt x="3211" y="1"/>
                  </a:moveTo>
                  <a:lnTo>
                    <a:pt x="2289" y="1793"/>
                  </a:lnTo>
                  <a:lnTo>
                    <a:pt x="1670" y="1793"/>
                  </a:lnTo>
                  <a:cubicBezTo>
                    <a:pt x="752" y="1793"/>
                    <a:pt x="1" y="2545"/>
                    <a:pt x="1" y="3462"/>
                  </a:cubicBezTo>
                  <a:lnTo>
                    <a:pt x="1" y="6847"/>
                  </a:lnTo>
                  <a:cubicBezTo>
                    <a:pt x="1" y="7765"/>
                    <a:pt x="752" y="8517"/>
                    <a:pt x="1670" y="8517"/>
                  </a:cubicBezTo>
                  <a:lnTo>
                    <a:pt x="7818" y="8517"/>
                  </a:lnTo>
                  <a:cubicBezTo>
                    <a:pt x="8736" y="8517"/>
                    <a:pt x="9487" y="7765"/>
                    <a:pt x="9487" y="6848"/>
                  </a:cubicBezTo>
                  <a:lnTo>
                    <a:pt x="9487" y="3462"/>
                  </a:lnTo>
                  <a:cubicBezTo>
                    <a:pt x="9487" y="2545"/>
                    <a:pt x="8736" y="1793"/>
                    <a:pt x="7818" y="1793"/>
                  </a:cubicBezTo>
                  <a:lnTo>
                    <a:pt x="4133" y="1793"/>
                  </a:lnTo>
                  <a:lnTo>
                    <a:pt x="3211" y="1"/>
                  </a:ln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9" name="Google Shape;339;p46"/>
            <p:cNvGrpSpPr/>
            <p:nvPr/>
          </p:nvGrpSpPr>
          <p:grpSpPr>
            <a:xfrm>
              <a:off x="7504750" y="3349500"/>
              <a:ext cx="734276" cy="659129"/>
              <a:chOff x="2172700" y="4107250"/>
              <a:chExt cx="734276" cy="659129"/>
            </a:xfrm>
          </p:grpSpPr>
          <p:sp>
            <p:nvSpPr>
              <p:cNvPr id="340" name="Google Shape;340;p46"/>
              <p:cNvSpPr/>
              <p:nvPr/>
            </p:nvSpPr>
            <p:spPr>
              <a:xfrm>
                <a:off x="2340016" y="4107250"/>
                <a:ext cx="162364" cy="238980"/>
              </a:xfrm>
              <a:custGeom>
                <a:rect b="b" l="l" r="r" t="t"/>
                <a:pathLst>
                  <a:path extrusionOk="0" h="3088" w="2098">
                    <a:moveTo>
                      <a:pt x="1049" y="1"/>
                    </a:moveTo>
                    <a:lnTo>
                      <a:pt x="0" y="2040"/>
                    </a:lnTo>
                    <a:lnTo>
                      <a:pt x="1049" y="3088"/>
                    </a:lnTo>
                    <a:lnTo>
                      <a:pt x="2097" y="2040"/>
                    </a:lnTo>
                    <a:lnTo>
                      <a:pt x="104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46"/>
              <p:cNvSpPr/>
              <p:nvPr/>
            </p:nvSpPr>
            <p:spPr>
              <a:xfrm>
                <a:off x="2172700" y="4246009"/>
                <a:ext cx="734276" cy="520370"/>
              </a:xfrm>
              <a:custGeom>
                <a:rect b="b" l="l" r="r" t="t"/>
                <a:pathLst>
                  <a:path extrusionOk="0" h="6724" w="9488">
                    <a:moveTo>
                      <a:pt x="1670" y="0"/>
                    </a:moveTo>
                    <a:cubicBezTo>
                      <a:pt x="751" y="0"/>
                      <a:pt x="1" y="752"/>
                      <a:pt x="1" y="1669"/>
                    </a:cubicBezTo>
                    <a:lnTo>
                      <a:pt x="1" y="5054"/>
                    </a:lnTo>
                    <a:cubicBezTo>
                      <a:pt x="1" y="5972"/>
                      <a:pt x="752" y="6724"/>
                      <a:pt x="1670" y="6724"/>
                    </a:cubicBezTo>
                    <a:lnTo>
                      <a:pt x="7818" y="6724"/>
                    </a:lnTo>
                    <a:cubicBezTo>
                      <a:pt x="8736" y="6724"/>
                      <a:pt x="9488" y="5972"/>
                      <a:pt x="9488" y="5055"/>
                    </a:cubicBezTo>
                    <a:lnTo>
                      <a:pt x="9488" y="1669"/>
                    </a:lnTo>
                    <a:cubicBezTo>
                      <a:pt x="9488" y="752"/>
                      <a:pt x="8736" y="0"/>
                      <a:pt x="78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46"/>
              <p:cNvSpPr/>
              <p:nvPr/>
            </p:nvSpPr>
            <p:spPr>
              <a:xfrm>
                <a:off x="2323222" y="4337174"/>
                <a:ext cx="434932" cy="343844"/>
              </a:xfrm>
              <a:custGeom>
                <a:rect b="b" l="l" r="r" t="t"/>
                <a:pathLst>
                  <a:path extrusionOk="0" h="4443" w="5620">
                    <a:moveTo>
                      <a:pt x="1412" y="0"/>
                    </a:moveTo>
                    <a:cubicBezTo>
                      <a:pt x="1382" y="0"/>
                      <a:pt x="1353" y="1"/>
                      <a:pt x="1323" y="3"/>
                    </a:cubicBezTo>
                    <a:cubicBezTo>
                      <a:pt x="637" y="45"/>
                      <a:pt x="76" y="601"/>
                      <a:pt x="30" y="1287"/>
                    </a:cubicBezTo>
                    <a:cubicBezTo>
                      <a:pt x="0" y="1720"/>
                      <a:pt x="170" y="2114"/>
                      <a:pt x="456" y="2387"/>
                    </a:cubicBezTo>
                    <a:lnTo>
                      <a:pt x="462" y="2392"/>
                    </a:lnTo>
                    <a:cubicBezTo>
                      <a:pt x="476" y="2405"/>
                      <a:pt x="490" y="2419"/>
                      <a:pt x="505" y="2431"/>
                    </a:cubicBezTo>
                    <a:lnTo>
                      <a:pt x="2682" y="4398"/>
                    </a:lnTo>
                    <a:cubicBezTo>
                      <a:pt x="2715" y="4428"/>
                      <a:pt x="2756" y="4442"/>
                      <a:pt x="2798" y="4442"/>
                    </a:cubicBezTo>
                    <a:cubicBezTo>
                      <a:pt x="2840" y="4442"/>
                      <a:pt x="2882" y="4427"/>
                      <a:pt x="2915" y="4397"/>
                    </a:cubicBezTo>
                    <a:lnTo>
                      <a:pt x="5026" y="2481"/>
                    </a:lnTo>
                    <a:cubicBezTo>
                      <a:pt x="5397" y="2194"/>
                      <a:pt x="5620" y="1722"/>
                      <a:pt x="5554" y="1204"/>
                    </a:cubicBezTo>
                    <a:cubicBezTo>
                      <a:pt x="5475" y="578"/>
                      <a:pt x="4965" y="78"/>
                      <a:pt x="4338" y="9"/>
                    </a:cubicBezTo>
                    <a:cubicBezTo>
                      <a:pt x="4285" y="3"/>
                      <a:pt x="4232" y="0"/>
                      <a:pt x="4180" y="0"/>
                    </a:cubicBezTo>
                    <a:cubicBezTo>
                      <a:pt x="3416" y="0"/>
                      <a:pt x="2796" y="620"/>
                      <a:pt x="2796" y="1385"/>
                    </a:cubicBezTo>
                    <a:cubicBezTo>
                      <a:pt x="2796" y="1397"/>
                      <a:pt x="2797" y="1409"/>
                      <a:pt x="2797" y="1421"/>
                    </a:cubicBezTo>
                    <a:lnTo>
                      <a:pt x="2794" y="1421"/>
                    </a:lnTo>
                    <a:cubicBezTo>
                      <a:pt x="2796" y="1409"/>
                      <a:pt x="2796" y="1396"/>
                      <a:pt x="2796" y="1385"/>
                    </a:cubicBezTo>
                    <a:cubicBezTo>
                      <a:pt x="2796" y="620"/>
                      <a:pt x="2176" y="0"/>
                      <a:pt x="141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46"/>
              <p:cNvSpPr/>
              <p:nvPr/>
            </p:nvSpPr>
            <p:spPr>
              <a:xfrm>
                <a:off x="2539525" y="4444203"/>
                <a:ext cx="77" cy="155"/>
              </a:xfrm>
              <a:custGeom>
                <a:rect b="b" l="l" r="r" t="t"/>
                <a:pathLst>
                  <a:path extrusionOk="0" h="2" w="1">
                    <a:moveTo>
                      <a:pt x="1" y="2"/>
                    </a:moveTo>
                    <a:lnTo>
                      <a:pt x="1" y="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5975" y="445025"/>
            <a:ext cx="769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Golos Text"/>
              <a:buNone/>
              <a:defRPr b="1" sz="3500">
                <a:solidFill>
                  <a:schemeClr val="dk2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5975" y="1152475"/>
            <a:ext cx="769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7"/>
          <p:cNvSpPr txBox="1"/>
          <p:nvPr>
            <p:ph type="ctrTitle"/>
          </p:nvPr>
        </p:nvSpPr>
        <p:spPr>
          <a:xfrm>
            <a:off x="0" y="1145425"/>
            <a:ext cx="9189300" cy="23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900"/>
              <a:t>AI Related</a:t>
            </a:r>
            <a:r>
              <a:rPr lang="en" sz="7900"/>
              <a:t> Posts on Bluesky</a:t>
            </a:r>
            <a:endParaRPr sz="7900"/>
          </a:p>
        </p:txBody>
      </p:sp>
      <p:sp>
        <p:nvSpPr>
          <p:cNvPr id="349" name="Google Shape;349;p47"/>
          <p:cNvSpPr txBox="1"/>
          <p:nvPr>
            <p:ph idx="1" type="subTitle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  <a:solidFill>
            <a:schemeClr val="accent5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Hanning and Isabella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350" name="Google Shape;350;p47"/>
          <p:cNvGrpSpPr/>
          <p:nvPr/>
        </p:nvGrpSpPr>
        <p:grpSpPr>
          <a:xfrm>
            <a:off x="7707856" y="3921728"/>
            <a:ext cx="1174219" cy="940253"/>
            <a:chOff x="7599131" y="3133090"/>
            <a:chExt cx="1174219" cy="940253"/>
          </a:xfrm>
        </p:grpSpPr>
        <p:sp>
          <p:nvSpPr>
            <p:cNvPr id="351" name="Google Shape;351;p47"/>
            <p:cNvSpPr/>
            <p:nvPr/>
          </p:nvSpPr>
          <p:spPr>
            <a:xfrm flipH="1" rot="358386">
              <a:off x="7639400" y="3187739"/>
              <a:ext cx="1093680" cy="830955"/>
            </a:xfrm>
            <a:custGeom>
              <a:rect b="b" l="l" r="r" t="t"/>
              <a:pathLst>
                <a:path extrusionOk="0" h="9289" w="12225">
                  <a:moveTo>
                    <a:pt x="1551" y="0"/>
                  </a:moveTo>
                  <a:cubicBezTo>
                    <a:pt x="697" y="0"/>
                    <a:pt x="0" y="698"/>
                    <a:pt x="0" y="1551"/>
                  </a:cubicBezTo>
                  <a:lnTo>
                    <a:pt x="0" y="5015"/>
                  </a:lnTo>
                  <a:cubicBezTo>
                    <a:pt x="0" y="5868"/>
                    <a:pt x="697" y="6566"/>
                    <a:pt x="1551" y="6566"/>
                  </a:cubicBezTo>
                  <a:lnTo>
                    <a:pt x="7384" y="6566"/>
                  </a:lnTo>
                  <a:lnTo>
                    <a:pt x="10984" y="9289"/>
                  </a:lnTo>
                  <a:lnTo>
                    <a:pt x="10245" y="6566"/>
                  </a:lnTo>
                  <a:lnTo>
                    <a:pt x="10674" y="6566"/>
                  </a:lnTo>
                  <a:cubicBezTo>
                    <a:pt x="11526" y="6566"/>
                    <a:pt x="12225" y="5867"/>
                    <a:pt x="12225" y="5015"/>
                  </a:cubicBezTo>
                  <a:lnTo>
                    <a:pt x="12225" y="1551"/>
                  </a:lnTo>
                  <a:cubicBezTo>
                    <a:pt x="12225" y="698"/>
                    <a:pt x="11526" y="0"/>
                    <a:pt x="106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2" name="Google Shape;352;p47"/>
            <p:cNvGrpSpPr/>
            <p:nvPr/>
          </p:nvGrpSpPr>
          <p:grpSpPr>
            <a:xfrm flipH="1" rot="358386">
              <a:off x="7639350" y="3191912"/>
              <a:ext cx="1093770" cy="822635"/>
              <a:chOff x="3946050" y="181125"/>
              <a:chExt cx="839376" cy="631351"/>
            </a:xfrm>
          </p:grpSpPr>
          <p:sp>
            <p:nvSpPr>
              <p:cNvPr id="353" name="Google Shape;353;p47"/>
              <p:cNvSpPr/>
              <p:nvPr/>
            </p:nvSpPr>
            <p:spPr>
              <a:xfrm>
                <a:off x="3946050" y="181125"/>
                <a:ext cx="839376" cy="450789"/>
              </a:xfrm>
              <a:custGeom>
                <a:rect b="b" l="l" r="r" t="t"/>
                <a:pathLst>
                  <a:path extrusionOk="0" h="6566" w="12226">
                    <a:moveTo>
                      <a:pt x="1552" y="0"/>
                    </a:moveTo>
                    <a:cubicBezTo>
                      <a:pt x="699" y="0"/>
                      <a:pt x="1" y="698"/>
                      <a:pt x="1" y="1551"/>
                    </a:cubicBezTo>
                    <a:lnTo>
                      <a:pt x="1" y="5015"/>
                    </a:lnTo>
                    <a:cubicBezTo>
                      <a:pt x="1" y="5867"/>
                      <a:pt x="699" y="6566"/>
                      <a:pt x="1552" y="6566"/>
                    </a:cubicBezTo>
                    <a:lnTo>
                      <a:pt x="10675" y="6566"/>
                    </a:lnTo>
                    <a:cubicBezTo>
                      <a:pt x="11528" y="6566"/>
                      <a:pt x="12226" y="5867"/>
                      <a:pt x="12226" y="5015"/>
                    </a:cubicBezTo>
                    <a:lnTo>
                      <a:pt x="12226" y="1551"/>
                    </a:lnTo>
                    <a:cubicBezTo>
                      <a:pt x="12226" y="698"/>
                      <a:pt x="11528" y="0"/>
                      <a:pt x="106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47"/>
              <p:cNvSpPr/>
              <p:nvPr/>
            </p:nvSpPr>
            <p:spPr>
              <a:xfrm>
                <a:off x="4453014" y="625460"/>
                <a:ext cx="247364" cy="187016"/>
              </a:xfrm>
              <a:custGeom>
                <a:rect b="b" l="l" r="r" t="t"/>
                <a:pathLst>
                  <a:path extrusionOk="0" h="2724" w="3603">
                    <a:moveTo>
                      <a:pt x="1" y="1"/>
                    </a:moveTo>
                    <a:lnTo>
                      <a:pt x="3602" y="2724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47"/>
              <p:cNvSpPr/>
              <p:nvPr/>
            </p:nvSpPr>
            <p:spPr>
              <a:xfrm>
                <a:off x="4031185" y="388743"/>
                <a:ext cx="669180" cy="35632"/>
              </a:xfrm>
              <a:custGeom>
                <a:rect b="b" l="l" r="r" t="t"/>
                <a:pathLst>
                  <a:path extrusionOk="0" h="519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1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47"/>
              <p:cNvSpPr/>
              <p:nvPr/>
            </p:nvSpPr>
            <p:spPr>
              <a:xfrm>
                <a:off x="4031185" y="281982"/>
                <a:ext cx="669180" cy="35632"/>
              </a:xfrm>
              <a:custGeom>
                <a:rect b="b" l="l" r="r" t="t"/>
                <a:pathLst>
                  <a:path extrusionOk="0" h="519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60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60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47"/>
              <p:cNvSpPr/>
              <p:nvPr/>
            </p:nvSpPr>
            <p:spPr>
              <a:xfrm>
                <a:off x="4031185" y="495436"/>
                <a:ext cx="669180" cy="35563"/>
              </a:xfrm>
              <a:custGeom>
                <a:rect b="b" l="l" r="r" t="t"/>
                <a:pathLst>
                  <a:path extrusionOk="0" h="518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58" name="Google Shape;358;p47"/>
          <p:cNvGrpSpPr/>
          <p:nvPr/>
        </p:nvGrpSpPr>
        <p:grpSpPr>
          <a:xfrm>
            <a:off x="7605146" y="181676"/>
            <a:ext cx="812889" cy="755439"/>
            <a:chOff x="7664871" y="151651"/>
            <a:chExt cx="812889" cy="755439"/>
          </a:xfrm>
        </p:grpSpPr>
        <p:sp>
          <p:nvSpPr>
            <p:cNvPr id="359" name="Google Shape;359;p47"/>
            <p:cNvSpPr/>
            <p:nvPr/>
          </p:nvSpPr>
          <p:spPr>
            <a:xfrm rot="408094">
              <a:off x="7702111" y="193010"/>
              <a:ext cx="738412" cy="672722"/>
            </a:xfrm>
            <a:custGeom>
              <a:rect b="b" l="l" r="r" t="t"/>
              <a:pathLst>
                <a:path extrusionOk="0" h="5571" w="6115">
                  <a:moveTo>
                    <a:pt x="3058" y="1"/>
                  </a:moveTo>
                  <a:cubicBezTo>
                    <a:pt x="2345" y="1"/>
                    <a:pt x="1632" y="272"/>
                    <a:pt x="1089" y="816"/>
                  </a:cubicBezTo>
                  <a:cubicBezTo>
                    <a:pt x="1" y="1904"/>
                    <a:pt x="1" y="3667"/>
                    <a:pt x="1089" y="4755"/>
                  </a:cubicBezTo>
                  <a:cubicBezTo>
                    <a:pt x="1632" y="5298"/>
                    <a:pt x="2345" y="5570"/>
                    <a:pt x="3058" y="5570"/>
                  </a:cubicBezTo>
                  <a:cubicBezTo>
                    <a:pt x="3770" y="5570"/>
                    <a:pt x="4483" y="5298"/>
                    <a:pt x="5026" y="4755"/>
                  </a:cubicBezTo>
                  <a:cubicBezTo>
                    <a:pt x="6115" y="3667"/>
                    <a:pt x="6115" y="1904"/>
                    <a:pt x="5026" y="816"/>
                  </a:cubicBezTo>
                  <a:cubicBezTo>
                    <a:pt x="4483" y="272"/>
                    <a:pt x="3770" y="1"/>
                    <a:pt x="30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47"/>
            <p:cNvGrpSpPr/>
            <p:nvPr/>
          </p:nvGrpSpPr>
          <p:grpSpPr>
            <a:xfrm rot="408094">
              <a:off x="7702108" y="193009"/>
              <a:ext cx="738412" cy="672722"/>
              <a:chOff x="3392500" y="181000"/>
              <a:chExt cx="700168" cy="637880"/>
            </a:xfrm>
          </p:grpSpPr>
          <p:sp>
            <p:nvSpPr>
              <p:cNvPr id="361" name="Google Shape;361;p47"/>
              <p:cNvSpPr/>
              <p:nvPr/>
            </p:nvSpPr>
            <p:spPr>
              <a:xfrm>
                <a:off x="3392500" y="181000"/>
                <a:ext cx="700168" cy="637880"/>
              </a:xfrm>
              <a:custGeom>
                <a:rect b="b" l="l" r="r" t="t"/>
                <a:pathLst>
                  <a:path extrusionOk="0" h="5571" w="6115">
                    <a:moveTo>
                      <a:pt x="3058" y="1"/>
                    </a:moveTo>
                    <a:cubicBezTo>
                      <a:pt x="2345" y="1"/>
                      <a:pt x="1632" y="272"/>
                      <a:pt x="1089" y="816"/>
                    </a:cubicBezTo>
                    <a:cubicBezTo>
                      <a:pt x="1" y="1904"/>
                      <a:pt x="1" y="3667"/>
                      <a:pt x="1089" y="4755"/>
                    </a:cubicBezTo>
                    <a:cubicBezTo>
                      <a:pt x="1632" y="5298"/>
                      <a:pt x="2345" y="5570"/>
                      <a:pt x="3058" y="5570"/>
                    </a:cubicBezTo>
                    <a:cubicBezTo>
                      <a:pt x="3770" y="5570"/>
                      <a:pt x="4483" y="5298"/>
                      <a:pt x="5026" y="4755"/>
                    </a:cubicBezTo>
                    <a:cubicBezTo>
                      <a:pt x="6115" y="3667"/>
                      <a:pt x="6115" y="1904"/>
                      <a:pt x="5026" y="816"/>
                    </a:cubicBezTo>
                    <a:cubicBezTo>
                      <a:pt x="4483" y="272"/>
                      <a:pt x="3770" y="1"/>
                      <a:pt x="3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47"/>
              <p:cNvSpPr/>
              <p:nvPr/>
            </p:nvSpPr>
            <p:spPr>
              <a:xfrm>
                <a:off x="3614513" y="329391"/>
                <a:ext cx="117477" cy="341096"/>
              </a:xfrm>
              <a:custGeom>
                <a:rect b="b" l="l" r="r" t="t"/>
                <a:pathLst>
                  <a:path extrusionOk="0" h="2979" w="1026">
                    <a:moveTo>
                      <a:pt x="534" y="0"/>
                    </a:moveTo>
                    <a:lnTo>
                      <a:pt x="0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47"/>
              <p:cNvSpPr/>
              <p:nvPr/>
            </p:nvSpPr>
            <p:spPr>
              <a:xfrm>
                <a:off x="3753286" y="329391"/>
                <a:ext cx="117592" cy="341096"/>
              </a:xfrm>
              <a:custGeom>
                <a:rect b="b" l="l" r="r" t="t"/>
                <a:pathLst>
                  <a:path extrusionOk="0" h="2979" w="1027">
                    <a:moveTo>
                      <a:pt x="534" y="0"/>
                    </a:moveTo>
                    <a:lnTo>
                      <a:pt x="1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47"/>
              <p:cNvSpPr/>
              <p:nvPr/>
            </p:nvSpPr>
            <p:spPr>
              <a:xfrm>
                <a:off x="3568256" y="402441"/>
                <a:ext cx="369263" cy="57250"/>
              </a:xfrm>
              <a:custGeom>
                <a:rect b="b" l="l" r="r" t="t"/>
                <a:pathLst>
                  <a:path extrusionOk="0" h="500" w="3225">
                    <a:moveTo>
                      <a:pt x="3224" y="1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0" y="500"/>
                    </a:lnTo>
                    <a:lnTo>
                      <a:pt x="3152" y="487"/>
                    </a:lnTo>
                    <a:lnTo>
                      <a:pt x="32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47"/>
              <p:cNvSpPr/>
              <p:nvPr/>
            </p:nvSpPr>
            <p:spPr>
              <a:xfrm>
                <a:off x="3547875" y="540184"/>
                <a:ext cx="369263" cy="57250"/>
              </a:xfrm>
              <a:custGeom>
                <a:rect b="b" l="l" r="r" t="t"/>
                <a:pathLst>
                  <a:path extrusionOk="0" h="500" w="3225">
                    <a:moveTo>
                      <a:pt x="3224" y="0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3152" y="488"/>
                    </a:lnTo>
                    <a:lnTo>
                      <a:pt x="32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66" name="Google Shape;366;p47"/>
          <p:cNvGrpSpPr/>
          <p:nvPr/>
        </p:nvGrpSpPr>
        <p:grpSpPr>
          <a:xfrm>
            <a:off x="392271" y="3307359"/>
            <a:ext cx="972273" cy="972270"/>
            <a:chOff x="392271" y="3307359"/>
            <a:chExt cx="972273" cy="972270"/>
          </a:xfrm>
        </p:grpSpPr>
        <p:sp>
          <p:nvSpPr>
            <p:cNvPr id="367" name="Google Shape;367;p47"/>
            <p:cNvSpPr/>
            <p:nvPr/>
          </p:nvSpPr>
          <p:spPr>
            <a:xfrm rot="-491550">
              <a:off x="449070" y="3364158"/>
              <a:ext cx="858672" cy="858672"/>
            </a:xfrm>
            <a:custGeom>
              <a:rect b="b" l="l" r="r" t="t"/>
              <a:pathLst>
                <a:path extrusionOk="0" h="14149" w="14149">
                  <a:moveTo>
                    <a:pt x="7075" y="1"/>
                  </a:moveTo>
                  <a:cubicBezTo>
                    <a:pt x="5198" y="1"/>
                    <a:pt x="3399" y="746"/>
                    <a:pt x="2073" y="2073"/>
                  </a:cubicBezTo>
                  <a:cubicBezTo>
                    <a:pt x="746" y="3400"/>
                    <a:pt x="0" y="5198"/>
                    <a:pt x="0" y="7074"/>
                  </a:cubicBezTo>
                  <a:cubicBezTo>
                    <a:pt x="0" y="8951"/>
                    <a:pt x="746" y="10750"/>
                    <a:pt x="2073" y="12076"/>
                  </a:cubicBezTo>
                  <a:cubicBezTo>
                    <a:pt x="3399" y="13403"/>
                    <a:pt x="5198" y="14149"/>
                    <a:pt x="7075" y="14149"/>
                  </a:cubicBezTo>
                  <a:cubicBezTo>
                    <a:pt x="8951" y="14149"/>
                    <a:pt x="10749" y="13403"/>
                    <a:pt x="12076" y="12076"/>
                  </a:cubicBezTo>
                  <a:cubicBezTo>
                    <a:pt x="13403" y="10750"/>
                    <a:pt x="14148" y="8951"/>
                    <a:pt x="14148" y="7074"/>
                  </a:cubicBezTo>
                  <a:cubicBezTo>
                    <a:pt x="14148" y="5198"/>
                    <a:pt x="13403" y="3400"/>
                    <a:pt x="12076" y="2073"/>
                  </a:cubicBezTo>
                  <a:cubicBezTo>
                    <a:pt x="10749" y="746"/>
                    <a:pt x="8951" y="1"/>
                    <a:pt x="707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" name="Google Shape;368;p47"/>
            <p:cNvGrpSpPr/>
            <p:nvPr/>
          </p:nvGrpSpPr>
          <p:grpSpPr>
            <a:xfrm rot="-491550">
              <a:off x="449074" y="3364157"/>
              <a:ext cx="858672" cy="858672"/>
              <a:chOff x="3108675" y="83925"/>
              <a:chExt cx="858667" cy="858667"/>
            </a:xfrm>
          </p:grpSpPr>
          <p:sp>
            <p:nvSpPr>
              <p:cNvPr id="369" name="Google Shape;369;p47"/>
              <p:cNvSpPr/>
              <p:nvPr/>
            </p:nvSpPr>
            <p:spPr>
              <a:xfrm>
                <a:off x="3108675" y="83925"/>
                <a:ext cx="858667" cy="858667"/>
              </a:xfrm>
              <a:custGeom>
                <a:rect b="b" l="l" r="r" t="t"/>
                <a:pathLst>
                  <a:path extrusionOk="0" h="14149" w="14149">
                    <a:moveTo>
                      <a:pt x="7074" y="1"/>
                    </a:moveTo>
                    <a:cubicBezTo>
                      <a:pt x="5198" y="1"/>
                      <a:pt x="3398" y="745"/>
                      <a:pt x="2071" y="2072"/>
                    </a:cubicBezTo>
                    <a:cubicBezTo>
                      <a:pt x="745" y="3399"/>
                      <a:pt x="0" y="5198"/>
                      <a:pt x="0" y="7074"/>
                    </a:cubicBezTo>
                    <a:cubicBezTo>
                      <a:pt x="0" y="8951"/>
                      <a:pt x="745" y="10750"/>
                      <a:pt x="2071" y="12076"/>
                    </a:cubicBezTo>
                    <a:cubicBezTo>
                      <a:pt x="3398" y="13403"/>
                      <a:pt x="5198" y="14149"/>
                      <a:pt x="7074" y="14149"/>
                    </a:cubicBezTo>
                    <a:cubicBezTo>
                      <a:pt x="8949" y="14149"/>
                      <a:pt x="10749" y="13403"/>
                      <a:pt x="12076" y="12076"/>
                    </a:cubicBezTo>
                    <a:cubicBezTo>
                      <a:pt x="13402" y="10750"/>
                      <a:pt x="14148" y="8951"/>
                      <a:pt x="14148" y="7074"/>
                    </a:cubicBezTo>
                    <a:cubicBezTo>
                      <a:pt x="14148" y="5198"/>
                      <a:pt x="13402" y="3399"/>
                      <a:pt x="12076" y="2072"/>
                    </a:cubicBezTo>
                    <a:cubicBezTo>
                      <a:pt x="10749" y="745"/>
                      <a:pt x="8949" y="1"/>
                      <a:pt x="707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47"/>
              <p:cNvSpPr/>
              <p:nvPr/>
            </p:nvSpPr>
            <p:spPr>
              <a:xfrm>
                <a:off x="3153826" y="129015"/>
                <a:ext cx="768425" cy="768425"/>
              </a:xfrm>
              <a:custGeom>
                <a:rect b="b" l="l" r="r" t="t"/>
                <a:pathLst>
                  <a:path extrusionOk="0" h="12662" w="12662">
                    <a:moveTo>
                      <a:pt x="6331" y="0"/>
                    </a:moveTo>
                    <a:cubicBezTo>
                      <a:pt x="4652" y="0"/>
                      <a:pt x="3042" y="668"/>
                      <a:pt x="1855" y="1854"/>
                    </a:cubicBezTo>
                    <a:cubicBezTo>
                      <a:pt x="667" y="3042"/>
                      <a:pt x="1" y="4652"/>
                      <a:pt x="1" y="6331"/>
                    </a:cubicBezTo>
                    <a:cubicBezTo>
                      <a:pt x="1" y="8010"/>
                      <a:pt x="667" y="9620"/>
                      <a:pt x="1855" y="10808"/>
                    </a:cubicBezTo>
                    <a:cubicBezTo>
                      <a:pt x="3042" y="11995"/>
                      <a:pt x="4652" y="12662"/>
                      <a:pt x="6331" y="12662"/>
                    </a:cubicBezTo>
                    <a:cubicBezTo>
                      <a:pt x="8010" y="12662"/>
                      <a:pt x="9621" y="11995"/>
                      <a:pt x="10807" y="10808"/>
                    </a:cubicBezTo>
                    <a:cubicBezTo>
                      <a:pt x="11994" y="9620"/>
                      <a:pt x="12662" y="8010"/>
                      <a:pt x="12662" y="6331"/>
                    </a:cubicBezTo>
                    <a:cubicBezTo>
                      <a:pt x="12662" y="4652"/>
                      <a:pt x="11994" y="3042"/>
                      <a:pt x="10807" y="1854"/>
                    </a:cubicBezTo>
                    <a:cubicBezTo>
                      <a:pt x="9621" y="668"/>
                      <a:pt x="8010" y="0"/>
                      <a:pt x="633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47"/>
              <p:cNvSpPr/>
              <p:nvPr/>
            </p:nvSpPr>
            <p:spPr>
              <a:xfrm>
                <a:off x="3377516" y="331950"/>
                <a:ext cx="321280" cy="380086"/>
              </a:xfrm>
              <a:custGeom>
                <a:rect b="b" l="l" r="r" t="t"/>
                <a:pathLst>
                  <a:path extrusionOk="0" h="6263" w="5294">
                    <a:moveTo>
                      <a:pt x="710" y="1"/>
                    </a:moveTo>
                    <a:cubicBezTo>
                      <a:pt x="710" y="1"/>
                      <a:pt x="675" y="1821"/>
                      <a:pt x="674" y="3213"/>
                    </a:cubicBezTo>
                    <a:cubicBezTo>
                      <a:pt x="674" y="4607"/>
                      <a:pt x="1" y="6263"/>
                      <a:pt x="2647" y="6263"/>
                    </a:cubicBezTo>
                    <a:cubicBezTo>
                      <a:pt x="5294" y="6263"/>
                      <a:pt x="4620" y="4607"/>
                      <a:pt x="4620" y="3213"/>
                    </a:cubicBezTo>
                    <a:cubicBezTo>
                      <a:pt x="4619" y="1821"/>
                      <a:pt x="4584" y="1"/>
                      <a:pt x="458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47"/>
              <p:cNvSpPr/>
              <p:nvPr/>
            </p:nvSpPr>
            <p:spPr>
              <a:xfrm>
                <a:off x="3318650" y="526935"/>
                <a:ext cx="437011" cy="340275"/>
              </a:xfrm>
              <a:custGeom>
                <a:rect b="b" l="l" r="r" t="t"/>
                <a:pathLst>
                  <a:path extrusionOk="0" h="5607" w="7201">
                    <a:moveTo>
                      <a:pt x="3598" y="0"/>
                    </a:moveTo>
                    <a:cubicBezTo>
                      <a:pt x="3001" y="0"/>
                      <a:pt x="1352" y="206"/>
                      <a:pt x="851" y="755"/>
                    </a:cubicBezTo>
                    <a:cubicBezTo>
                      <a:pt x="608" y="1023"/>
                      <a:pt x="301" y="2716"/>
                      <a:pt x="1" y="4352"/>
                    </a:cubicBezTo>
                    <a:cubicBezTo>
                      <a:pt x="994" y="5137"/>
                      <a:pt x="2250" y="5606"/>
                      <a:pt x="3615" y="5606"/>
                    </a:cubicBezTo>
                    <a:cubicBezTo>
                      <a:pt x="4967" y="5606"/>
                      <a:pt x="6211" y="5145"/>
                      <a:pt x="7201" y="4373"/>
                    </a:cubicBezTo>
                    <a:cubicBezTo>
                      <a:pt x="6899" y="2729"/>
                      <a:pt x="6592" y="1025"/>
                      <a:pt x="6346" y="755"/>
                    </a:cubicBezTo>
                    <a:cubicBezTo>
                      <a:pt x="5845" y="206"/>
                      <a:pt x="4196" y="0"/>
                      <a:pt x="359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47"/>
              <p:cNvSpPr/>
              <p:nvPr/>
            </p:nvSpPr>
            <p:spPr>
              <a:xfrm>
                <a:off x="3318650" y="546779"/>
                <a:ext cx="100377" cy="287902"/>
              </a:xfrm>
              <a:custGeom>
                <a:rect b="b" l="l" r="r" t="t"/>
                <a:pathLst>
                  <a:path extrusionOk="0" h="4744" w="1654">
                    <a:moveTo>
                      <a:pt x="1619" y="0"/>
                    </a:moveTo>
                    <a:cubicBezTo>
                      <a:pt x="1293" y="110"/>
                      <a:pt x="1013" y="251"/>
                      <a:pt x="851" y="428"/>
                    </a:cubicBezTo>
                    <a:cubicBezTo>
                      <a:pt x="608" y="696"/>
                      <a:pt x="301" y="2389"/>
                      <a:pt x="1" y="4025"/>
                    </a:cubicBezTo>
                    <a:cubicBezTo>
                      <a:pt x="360" y="4308"/>
                      <a:pt x="754" y="4550"/>
                      <a:pt x="1173" y="4743"/>
                    </a:cubicBezTo>
                    <a:cubicBezTo>
                      <a:pt x="1403" y="3963"/>
                      <a:pt x="1571" y="2891"/>
                      <a:pt x="1626" y="1702"/>
                    </a:cubicBezTo>
                    <a:cubicBezTo>
                      <a:pt x="1653" y="1101"/>
                      <a:pt x="1650" y="525"/>
                      <a:pt x="1619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47"/>
              <p:cNvSpPr/>
              <p:nvPr/>
            </p:nvSpPr>
            <p:spPr>
              <a:xfrm>
                <a:off x="3655339" y="546840"/>
                <a:ext cx="100316" cy="288508"/>
              </a:xfrm>
              <a:custGeom>
                <a:rect b="b" l="l" r="r" t="t"/>
                <a:pathLst>
                  <a:path extrusionOk="0" h="4754" w="1653">
                    <a:moveTo>
                      <a:pt x="35" y="0"/>
                    </a:moveTo>
                    <a:cubicBezTo>
                      <a:pt x="4" y="525"/>
                      <a:pt x="0" y="1100"/>
                      <a:pt x="28" y="1701"/>
                    </a:cubicBezTo>
                    <a:cubicBezTo>
                      <a:pt x="83" y="2896"/>
                      <a:pt x="254" y="3972"/>
                      <a:pt x="484" y="4754"/>
                    </a:cubicBezTo>
                    <a:cubicBezTo>
                      <a:pt x="903" y="4563"/>
                      <a:pt x="1295" y="4325"/>
                      <a:pt x="1653" y="4045"/>
                    </a:cubicBezTo>
                    <a:cubicBezTo>
                      <a:pt x="1351" y="2401"/>
                      <a:pt x="1044" y="697"/>
                      <a:pt x="798" y="427"/>
                    </a:cubicBezTo>
                    <a:cubicBezTo>
                      <a:pt x="638" y="251"/>
                      <a:pt x="359" y="110"/>
                      <a:pt x="35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47"/>
              <p:cNvSpPr/>
              <p:nvPr/>
            </p:nvSpPr>
            <p:spPr>
              <a:xfrm>
                <a:off x="3455195" y="526995"/>
                <a:ext cx="165556" cy="126048"/>
              </a:xfrm>
              <a:custGeom>
                <a:rect b="b" l="l" r="r" t="t"/>
                <a:pathLst>
                  <a:path extrusionOk="0" h="2077" w="2728">
                    <a:moveTo>
                      <a:pt x="1348" y="0"/>
                    </a:moveTo>
                    <a:cubicBezTo>
                      <a:pt x="1061" y="0"/>
                      <a:pt x="534" y="47"/>
                      <a:pt x="7" y="157"/>
                    </a:cubicBezTo>
                    <a:cubicBezTo>
                      <a:pt x="1" y="1301"/>
                      <a:pt x="688" y="2077"/>
                      <a:pt x="1365" y="2077"/>
                    </a:cubicBezTo>
                    <a:lnTo>
                      <a:pt x="1367" y="2077"/>
                    </a:lnTo>
                    <a:cubicBezTo>
                      <a:pt x="2042" y="2077"/>
                      <a:pt x="2727" y="1304"/>
                      <a:pt x="2725" y="164"/>
                    </a:cubicBezTo>
                    <a:cubicBezTo>
                      <a:pt x="2186" y="49"/>
                      <a:pt x="1641" y="0"/>
                      <a:pt x="1348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47"/>
              <p:cNvSpPr/>
              <p:nvPr/>
            </p:nvSpPr>
            <p:spPr>
              <a:xfrm>
                <a:off x="3482808" y="411995"/>
                <a:ext cx="110451" cy="174112"/>
              </a:xfrm>
              <a:custGeom>
                <a:rect b="b" l="l" r="r" t="t"/>
                <a:pathLst>
                  <a:path extrusionOk="0" h="2869" w="1820">
                    <a:moveTo>
                      <a:pt x="370" y="0"/>
                    </a:moveTo>
                    <a:cubicBezTo>
                      <a:pt x="370" y="0"/>
                      <a:pt x="1" y="1691"/>
                      <a:pt x="7" y="2129"/>
                    </a:cubicBezTo>
                    <a:cubicBezTo>
                      <a:pt x="12" y="2535"/>
                      <a:pt x="173" y="2868"/>
                      <a:pt x="910" y="2868"/>
                    </a:cubicBezTo>
                    <a:cubicBezTo>
                      <a:pt x="1647" y="2868"/>
                      <a:pt x="1808" y="2535"/>
                      <a:pt x="1814" y="2129"/>
                    </a:cubicBezTo>
                    <a:cubicBezTo>
                      <a:pt x="1820" y="1691"/>
                      <a:pt x="1451" y="0"/>
                      <a:pt x="1451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47"/>
              <p:cNvSpPr/>
              <p:nvPr/>
            </p:nvSpPr>
            <p:spPr>
              <a:xfrm>
                <a:off x="3389654" y="340628"/>
                <a:ext cx="75920" cy="87572"/>
              </a:xfrm>
              <a:custGeom>
                <a:rect b="b" l="l" r="r" t="t"/>
                <a:pathLst>
                  <a:path extrusionOk="0" h="1443" w="1251">
                    <a:moveTo>
                      <a:pt x="559" y="1"/>
                    </a:moveTo>
                    <a:cubicBezTo>
                      <a:pt x="523" y="1"/>
                      <a:pt x="488" y="5"/>
                      <a:pt x="453" y="13"/>
                    </a:cubicBezTo>
                    <a:cubicBezTo>
                      <a:pt x="160" y="79"/>
                      <a:pt x="0" y="409"/>
                      <a:pt x="96" y="748"/>
                    </a:cubicBezTo>
                    <a:cubicBezTo>
                      <a:pt x="184" y="1063"/>
                      <a:pt x="509" y="1442"/>
                      <a:pt x="789" y="1442"/>
                    </a:cubicBezTo>
                    <a:cubicBezTo>
                      <a:pt x="811" y="1442"/>
                      <a:pt x="832" y="1440"/>
                      <a:pt x="854" y="1435"/>
                    </a:cubicBezTo>
                    <a:cubicBezTo>
                      <a:pt x="1146" y="1368"/>
                      <a:pt x="1251" y="847"/>
                      <a:pt x="1155" y="507"/>
                    </a:cubicBezTo>
                    <a:cubicBezTo>
                      <a:pt x="1071" y="208"/>
                      <a:pt x="817" y="1"/>
                      <a:pt x="559" y="1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47"/>
              <p:cNvSpPr/>
              <p:nvPr/>
            </p:nvSpPr>
            <p:spPr>
              <a:xfrm>
                <a:off x="3610492" y="340628"/>
                <a:ext cx="75981" cy="87572"/>
              </a:xfrm>
              <a:custGeom>
                <a:rect b="b" l="l" r="r" t="t"/>
                <a:pathLst>
                  <a:path extrusionOk="0" h="1443" w="1252">
                    <a:moveTo>
                      <a:pt x="692" y="1"/>
                    </a:moveTo>
                    <a:cubicBezTo>
                      <a:pt x="433" y="1"/>
                      <a:pt x="180" y="208"/>
                      <a:pt x="96" y="507"/>
                    </a:cubicBezTo>
                    <a:cubicBezTo>
                      <a:pt x="1" y="847"/>
                      <a:pt x="106" y="1368"/>
                      <a:pt x="398" y="1435"/>
                    </a:cubicBezTo>
                    <a:cubicBezTo>
                      <a:pt x="419" y="1440"/>
                      <a:pt x="441" y="1442"/>
                      <a:pt x="462" y="1442"/>
                    </a:cubicBezTo>
                    <a:cubicBezTo>
                      <a:pt x="743" y="1442"/>
                      <a:pt x="1066" y="1063"/>
                      <a:pt x="1156" y="748"/>
                    </a:cubicBezTo>
                    <a:cubicBezTo>
                      <a:pt x="1251" y="409"/>
                      <a:pt x="1091" y="79"/>
                      <a:pt x="799" y="13"/>
                    </a:cubicBezTo>
                    <a:cubicBezTo>
                      <a:pt x="763" y="5"/>
                      <a:pt x="728" y="1"/>
                      <a:pt x="692" y="1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47"/>
              <p:cNvSpPr/>
              <p:nvPr/>
            </p:nvSpPr>
            <p:spPr>
              <a:xfrm>
                <a:off x="3422546" y="228480"/>
                <a:ext cx="231037" cy="273822"/>
              </a:xfrm>
              <a:custGeom>
                <a:rect b="b" l="l" r="r" t="t"/>
                <a:pathLst>
                  <a:path extrusionOk="0" h="4512" w="3807">
                    <a:moveTo>
                      <a:pt x="1903" y="0"/>
                    </a:moveTo>
                    <a:cubicBezTo>
                      <a:pt x="900" y="0"/>
                      <a:pt x="63" y="824"/>
                      <a:pt x="32" y="1872"/>
                    </a:cubicBezTo>
                    <a:cubicBezTo>
                      <a:pt x="0" y="2955"/>
                      <a:pt x="827" y="4511"/>
                      <a:pt x="1903" y="4511"/>
                    </a:cubicBezTo>
                    <a:cubicBezTo>
                      <a:pt x="2979" y="4511"/>
                      <a:pt x="3806" y="2955"/>
                      <a:pt x="3774" y="1872"/>
                    </a:cubicBezTo>
                    <a:cubicBezTo>
                      <a:pt x="3744" y="824"/>
                      <a:pt x="2906" y="0"/>
                      <a:pt x="1903" y="0"/>
                    </a:cubicBezTo>
                    <a:close/>
                  </a:path>
                </a:pathLst>
              </a:custGeom>
              <a:solidFill>
                <a:srgbClr val="FFD4B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47"/>
              <p:cNvSpPr/>
              <p:nvPr/>
            </p:nvSpPr>
            <p:spPr>
              <a:xfrm>
                <a:off x="3419876" y="217313"/>
                <a:ext cx="239048" cy="138732"/>
              </a:xfrm>
              <a:custGeom>
                <a:rect b="b" l="l" r="r" t="t"/>
                <a:pathLst>
                  <a:path extrusionOk="0" h="2286" w="3939">
                    <a:moveTo>
                      <a:pt x="1970" y="0"/>
                    </a:moveTo>
                    <a:cubicBezTo>
                      <a:pt x="1" y="0"/>
                      <a:pt x="13" y="1890"/>
                      <a:pt x="13" y="1890"/>
                    </a:cubicBezTo>
                    <a:cubicBezTo>
                      <a:pt x="13" y="1890"/>
                      <a:pt x="139" y="2286"/>
                      <a:pt x="1970" y="2286"/>
                    </a:cubicBezTo>
                    <a:cubicBezTo>
                      <a:pt x="3801" y="2286"/>
                      <a:pt x="3885" y="1890"/>
                      <a:pt x="3885" y="1890"/>
                    </a:cubicBezTo>
                    <a:cubicBezTo>
                      <a:pt x="3885" y="1890"/>
                      <a:pt x="3939" y="0"/>
                      <a:pt x="19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47"/>
              <p:cNvSpPr/>
              <p:nvPr/>
            </p:nvSpPr>
            <p:spPr>
              <a:xfrm>
                <a:off x="3418480" y="331950"/>
                <a:ext cx="30769" cy="42481"/>
              </a:xfrm>
              <a:custGeom>
                <a:rect b="b" l="l" r="r" t="t"/>
                <a:pathLst>
                  <a:path extrusionOk="0" h="700" w="507">
                    <a:moveTo>
                      <a:pt x="36" y="1"/>
                    </a:moveTo>
                    <a:cubicBezTo>
                      <a:pt x="36" y="1"/>
                      <a:pt x="0" y="350"/>
                      <a:pt x="153" y="700"/>
                    </a:cubicBezTo>
                    <a:cubicBezTo>
                      <a:pt x="153" y="700"/>
                      <a:pt x="222" y="130"/>
                      <a:pt x="5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47"/>
              <p:cNvSpPr/>
              <p:nvPr/>
            </p:nvSpPr>
            <p:spPr>
              <a:xfrm>
                <a:off x="3627120" y="331950"/>
                <a:ext cx="30769" cy="42481"/>
              </a:xfrm>
              <a:custGeom>
                <a:rect b="b" l="l" r="r" t="t"/>
                <a:pathLst>
                  <a:path extrusionOk="0" h="700" w="507">
                    <a:moveTo>
                      <a:pt x="0" y="1"/>
                    </a:moveTo>
                    <a:cubicBezTo>
                      <a:pt x="284" y="130"/>
                      <a:pt x="353" y="700"/>
                      <a:pt x="353" y="700"/>
                    </a:cubicBezTo>
                    <a:cubicBezTo>
                      <a:pt x="506" y="350"/>
                      <a:pt x="470" y="1"/>
                      <a:pt x="47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3" name="Google Shape;383;p47"/>
          <p:cNvSpPr/>
          <p:nvPr/>
        </p:nvSpPr>
        <p:spPr>
          <a:xfrm>
            <a:off x="1283800" y="4270138"/>
            <a:ext cx="264680" cy="243428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47"/>
          <p:cNvGrpSpPr/>
          <p:nvPr/>
        </p:nvGrpSpPr>
        <p:grpSpPr>
          <a:xfrm>
            <a:off x="333838" y="341763"/>
            <a:ext cx="725378" cy="595373"/>
            <a:chOff x="4064963" y="3978750"/>
            <a:chExt cx="725378" cy="595373"/>
          </a:xfrm>
        </p:grpSpPr>
        <p:sp>
          <p:nvSpPr>
            <p:cNvPr id="385" name="Google Shape;385;p47"/>
            <p:cNvSpPr/>
            <p:nvPr/>
          </p:nvSpPr>
          <p:spPr>
            <a:xfrm>
              <a:off x="4065003" y="3978750"/>
              <a:ext cx="725301" cy="595373"/>
            </a:xfrm>
            <a:custGeom>
              <a:rect b="b" l="l" r="r" t="t"/>
              <a:pathLst>
                <a:path extrusionOk="0" h="7680" w="9356">
                  <a:moveTo>
                    <a:pt x="1293" y="0"/>
                  </a:moveTo>
                  <a:cubicBezTo>
                    <a:pt x="582" y="0"/>
                    <a:pt x="0" y="583"/>
                    <a:pt x="0" y="1293"/>
                  </a:cubicBezTo>
                  <a:lnTo>
                    <a:pt x="0" y="4126"/>
                  </a:lnTo>
                  <a:cubicBezTo>
                    <a:pt x="0" y="4837"/>
                    <a:pt x="582" y="5419"/>
                    <a:pt x="1293" y="5419"/>
                  </a:cubicBezTo>
                  <a:lnTo>
                    <a:pt x="4995" y="5419"/>
                  </a:lnTo>
                  <a:lnTo>
                    <a:pt x="7996" y="7680"/>
                  </a:lnTo>
                  <a:lnTo>
                    <a:pt x="7621" y="5419"/>
                  </a:lnTo>
                  <a:lnTo>
                    <a:pt x="8063" y="5419"/>
                  </a:lnTo>
                  <a:cubicBezTo>
                    <a:pt x="8774" y="5419"/>
                    <a:pt x="9356" y="4838"/>
                    <a:pt x="9356" y="4126"/>
                  </a:cubicBezTo>
                  <a:lnTo>
                    <a:pt x="9356" y="1293"/>
                  </a:lnTo>
                  <a:cubicBezTo>
                    <a:pt x="9355" y="583"/>
                    <a:pt x="8774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6" name="Google Shape;386;p47"/>
            <p:cNvGrpSpPr/>
            <p:nvPr/>
          </p:nvGrpSpPr>
          <p:grpSpPr>
            <a:xfrm>
              <a:off x="4064963" y="3981950"/>
              <a:ext cx="725378" cy="588978"/>
              <a:chOff x="2486400" y="3978750"/>
              <a:chExt cx="725378" cy="588978"/>
            </a:xfrm>
          </p:grpSpPr>
          <p:sp>
            <p:nvSpPr>
              <p:cNvPr id="387" name="Google Shape;387;p47"/>
              <p:cNvSpPr/>
              <p:nvPr/>
            </p:nvSpPr>
            <p:spPr>
              <a:xfrm>
                <a:off x="2486400" y="3978750"/>
                <a:ext cx="725378" cy="420172"/>
              </a:xfrm>
              <a:custGeom>
                <a:rect b="b" l="l" r="r" t="t"/>
                <a:pathLst>
                  <a:path extrusionOk="0" h="5420" w="9357">
                    <a:moveTo>
                      <a:pt x="1293" y="0"/>
                    </a:moveTo>
                    <a:cubicBezTo>
                      <a:pt x="583" y="0"/>
                      <a:pt x="1" y="583"/>
                      <a:pt x="1" y="1293"/>
                    </a:cubicBezTo>
                    <a:lnTo>
                      <a:pt x="1" y="4126"/>
                    </a:lnTo>
                    <a:cubicBezTo>
                      <a:pt x="1" y="4838"/>
                      <a:pt x="583" y="5419"/>
                      <a:pt x="1293" y="5419"/>
                    </a:cubicBezTo>
                    <a:lnTo>
                      <a:pt x="8062" y="5419"/>
                    </a:lnTo>
                    <a:cubicBezTo>
                      <a:pt x="8774" y="5419"/>
                      <a:pt x="9355" y="4837"/>
                      <a:pt x="9356" y="4126"/>
                    </a:cubicBezTo>
                    <a:lnTo>
                      <a:pt x="9356" y="1293"/>
                    </a:lnTo>
                    <a:cubicBezTo>
                      <a:pt x="9356" y="582"/>
                      <a:pt x="8774" y="0"/>
                      <a:pt x="80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47"/>
              <p:cNvSpPr/>
              <p:nvPr/>
            </p:nvSpPr>
            <p:spPr>
              <a:xfrm>
                <a:off x="2873628" y="4392450"/>
                <a:ext cx="232723" cy="175278"/>
              </a:xfrm>
              <a:custGeom>
                <a:rect b="b" l="l" r="r" t="t"/>
                <a:pathLst>
                  <a:path extrusionOk="0" h="2261" w="3002">
                    <a:moveTo>
                      <a:pt x="1" y="0"/>
                    </a:moveTo>
                    <a:lnTo>
                      <a:pt x="3002" y="2261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47"/>
              <p:cNvSpPr/>
              <p:nvPr/>
            </p:nvSpPr>
            <p:spPr>
              <a:xfrm>
                <a:off x="2570789" y="4065657"/>
                <a:ext cx="305284" cy="276290"/>
              </a:xfrm>
              <a:custGeom>
                <a:rect b="b" l="l" r="r" t="t"/>
                <a:pathLst>
                  <a:path extrusionOk="0" h="3564" w="3938">
                    <a:moveTo>
                      <a:pt x="1038" y="0"/>
                    </a:moveTo>
                    <a:cubicBezTo>
                      <a:pt x="1005" y="0"/>
                      <a:pt x="973" y="2"/>
                      <a:pt x="940" y="5"/>
                    </a:cubicBezTo>
                    <a:cubicBezTo>
                      <a:pt x="454" y="49"/>
                      <a:pt x="63" y="449"/>
                      <a:pt x="27" y="935"/>
                    </a:cubicBezTo>
                    <a:cubicBezTo>
                      <a:pt x="1" y="1266"/>
                      <a:pt x="137" y="1566"/>
                      <a:pt x="362" y="1768"/>
                    </a:cubicBezTo>
                    <a:lnTo>
                      <a:pt x="361" y="1768"/>
                    </a:lnTo>
                    <a:lnTo>
                      <a:pt x="1771" y="3470"/>
                    </a:lnTo>
                    <a:cubicBezTo>
                      <a:pt x="1822" y="3532"/>
                      <a:pt x="1896" y="3564"/>
                      <a:pt x="1970" y="3564"/>
                    </a:cubicBezTo>
                    <a:cubicBezTo>
                      <a:pt x="2044" y="3564"/>
                      <a:pt x="2117" y="3532"/>
                      <a:pt x="2169" y="3470"/>
                    </a:cubicBezTo>
                    <a:lnTo>
                      <a:pt x="3579" y="1768"/>
                    </a:lnTo>
                    <a:lnTo>
                      <a:pt x="3578" y="1768"/>
                    </a:lnTo>
                    <a:cubicBezTo>
                      <a:pt x="3803" y="1566"/>
                      <a:pt x="3938" y="1266"/>
                      <a:pt x="3913" y="935"/>
                    </a:cubicBezTo>
                    <a:cubicBezTo>
                      <a:pt x="3876" y="449"/>
                      <a:pt x="3485" y="49"/>
                      <a:pt x="3000" y="5"/>
                    </a:cubicBezTo>
                    <a:cubicBezTo>
                      <a:pt x="2967" y="2"/>
                      <a:pt x="2934" y="0"/>
                      <a:pt x="2902" y="0"/>
                    </a:cubicBezTo>
                    <a:cubicBezTo>
                      <a:pt x="2482" y="0"/>
                      <a:pt x="2123" y="255"/>
                      <a:pt x="1969" y="619"/>
                    </a:cubicBezTo>
                    <a:cubicBezTo>
                      <a:pt x="1816" y="255"/>
                      <a:pt x="1456" y="0"/>
                      <a:pt x="10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47"/>
              <p:cNvSpPr/>
              <p:nvPr/>
            </p:nvSpPr>
            <p:spPr>
              <a:xfrm>
                <a:off x="2962126" y="4088759"/>
                <a:ext cx="122641" cy="196520"/>
              </a:xfrm>
              <a:custGeom>
                <a:rect b="b" l="l" r="r" t="t"/>
                <a:pathLst>
                  <a:path extrusionOk="0" h="2535" w="1582">
                    <a:moveTo>
                      <a:pt x="721" y="0"/>
                    </a:moveTo>
                    <a:cubicBezTo>
                      <a:pt x="623" y="0"/>
                      <a:pt x="516" y="13"/>
                      <a:pt x="397" y="41"/>
                    </a:cubicBezTo>
                    <a:cubicBezTo>
                      <a:pt x="280" y="69"/>
                      <a:pt x="153" y="110"/>
                      <a:pt x="18" y="165"/>
                    </a:cubicBezTo>
                    <a:lnTo>
                      <a:pt x="18" y="505"/>
                    </a:lnTo>
                    <a:cubicBezTo>
                      <a:pt x="151" y="431"/>
                      <a:pt x="276" y="375"/>
                      <a:pt x="392" y="338"/>
                    </a:cubicBezTo>
                    <a:cubicBezTo>
                      <a:pt x="510" y="301"/>
                      <a:pt x="622" y="283"/>
                      <a:pt x="727" y="283"/>
                    </a:cubicBezTo>
                    <a:cubicBezTo>
                      <a:pt x="877" y="283"/>
                      <a:pt x="997" y="325"/>
                      <a:pt x="1089" y="408"/>
                    </a:cubicBezTo>
                    <a:cubicBezTo>
                      <a:pt x="1183" y="492"/>
                      <a:pt x="1229" y="600"/>
                      <a:pt x="1229" y="731"/>
                    </a:cubicBezTo>
                    <a:cubicBezTo>
                      <a:pt x="1229" y="813"/>
                      <a:pt x="1208" y="896"/>
                      <a:pt x="1165" y="980"/>
                    </a:cubicBezTo>
                    <a:cubicBezTo>
                      <a:pt x="1122" y="1064"/>
                      <a:pt x="1047" y="1165"/>
                      <a:pt x="939" y="1287"/>
                    </a:cubicBezTo>
                    <a:cubicBezTo>
                      <a:pt x="883" y="1351"/>
                      <a:pt x="744" y="1495"/>
                      <a:pt x="523" y="1719"/>
                    </a:cubicBezTo>
                    <a:cubicBezTo>
                      <a:pt x="303" y="1941"/>
                      <a:pt x="129" y="2119"/>
                      <a:pt x="0" y="2250"/>
                    </a:cubicBezTo>
                    <a:lnTo>
                      <a:pt x="0" y="2534"/>
                    </a:lnTo>
                    <a:lnTo>
                      <a:pt x="1581" y="2534"/>
                    </a:lnTo>
                    <a:lnTo>
                      <a:pt x="1581" y="2250"/>
                    </a:lnTo>
                    <a:lnTo>
                      <a:pt x="406" y="2250"/>
                    </a:lnTo>
                    <a:cubicBezTo>
                      <a:pt x="677" y="1974"/>
                      <a:pt x="887" y="1759"/>
                      <a:pt x="1036" y="1605"/>
                    </a:cubicBezTo>
                    <a:cubicBezTo>
                      <a:pt x="1185" y="1451"/>
                      <a:pt x="1274" y="1358"/>
                      <a:pt x="1301" y="1326"/>
                    </a:cubicBezTo>
                    <a:cubicBezTo>
                      <a:pt x="1402" y="1201"/>
                      <a:pt x="1472" y="1093"/>
                      <a:pt x="1509" y="1002"/>
                    </a:cubicBezTo>
                    <a:cubicBezTo>
                      <a:pt x="1548" y="909"/>
                      <a:pt x="1568" y="813"/>
                      <a:pt x="1568" y="710"/>
                    </a:cubicBezTo>
                    <a:cubicBezTo>
                      <a:pt x="1568" y="495"/>
                      <a:pt x="1491" y="322"/>
                      <a:pt x="1337" y="193"/>
                    </a:cubicBezTo>
                    <a:cubicBezTo>
                      <a:pt x="1184" y="65"/>
                      <a:pt x="978" y="0"/>
                      <a:pt x="7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91" name="Google Shape;391;p47"/>
          <p:cNvGrpSpPr/>
          <p:nvPr/>
        </p:nvGrpSpPr>
        <p:grpSpPr>
          <a:xfrm>
            <a:off x="8373095" y="937135"/>
            <a:ext cx="508982" cy="485315"/>
            <a:chOff x="8264420" y="1017185"/>
            <a:chExt cx="508982" cy="485315"/>
          </a:xfrm>
        </p:grpSpPr>
        <p:sp>
          <p:nvSpPr>
            <p:cNvPr id="392" name="Google Shape;392;p47"/>
            <p:cNvSpPr/>
            <p:nvPr/>
          </p:nvSpPr>
          <p:spPr>
            <a:xfrm>
              <a:off x="8264420" y="1017185"/>
              <a:ext cx="508969" cy="485306"/>
            </a:xfrm>
            <a:custGeom>
              <a:rect b="b" l="l" r="r" t="t"/>
              <a:pathLst>
                <a:path extrusionOk="0" h="6768" w="7098">
                  <a:moveTo>
                    <a:pt x="3715" y="1"/>
                  </a:moveTo>
                  <a:cubicBezTo>
                    <a:pt x="2849" y="1"/>
                    <a:pt x="1983" y="331"/>
                    <a:pt x="1322" y="992"/>
                  </a:cubicBezTo>
                  <a:cubicBezTo>
                    <a:pt x="0" y="2313"/>
                    <a:pt x="0" y="4456"/>
                    <a:pt x="1322" y="5777"/>
                  </a:cubicBezTo>
                  <a:cubicBezTo>
                    <a:pt x="1957" y="6412"/>
                    <a:pt x="2817" y="6767"/>
                    <a:pt x="3714" y="6767"/>
                  </a:cubicBezTo>
                  <a:cubicBezTo>
                    <a:pt x="4612" y="6767"/>
                    <a:pt x="5473" y="6412"/>
                    <a:pt x="6107" y="5777"/>
                  </a:cubicBezTo>
                  <a:cubicBezTo>
                    <a:pt x="6742" y="5142"/>
                    <a:pt x="7098" y="4282"/>
                    <a:pt x="7098" y="3384"/>
                  </a:cubicBezTo>
                  <a:cubicBezTo>
                    <a:pt x="7098" y="2487"/>
                    <a:pt x="6742" y="1626"/>
                    <a:pt x="6107" y="992"/>
                  </a:cubicBezTo>
                  <a:cubicBezTo>
                    <a:pt x="5446" y="331"/>
                    <a:pt x="4580" y="1"/>
                    <a:pt x="371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3" name="Google Shape;393;p47"/>
            <p:cNvGrpSpPr/>
            <p:nvPr/>
          </p:nvGrpSpPr>
          <p:grpSpPr>
            <a:xfrm>
              <a:off x="8264433" y="1017193"/>
              <a:ext cx="508969" cy="485306"/>
              <a:chOff x="2714613" y="231688"/>
              <a:chExt cx="618733" cy="589967"/>
            </a:xfrm>
          </p:grpSpPr>
          <p:sp>
            <p:nvSpPr>
              <p:cNvPr id="394" name="Google Shape;394;p47"/>
              <p:cNvSpPr/>
              <p:nvPr/>
            </p:nvSpPr>
            <p:spPr>
              <a:xfrm>
                <a:off x="2714613" y="231688"/>
                <a:ext cx="618733" cy="589967"/>
              </a:xfrm>
              <a:custGeom>
                <a:rect b="b" l="l" r="r" t="t"/>
                <a:pathLst>
                  <a:path extrusionOk="0" h="6768" w="7098">
                    <a:moveTo>
                      <a:pt x="3713" y="1"/>
                    </a:moveTo>
                    <a:cubicBezTo>
                      <a:pt x="2847" y="1"/>
                      <a:pt x="1982" y="331"/>
                      <a:pt x="1322" y="992"/>
                    </a:cubicBezTo>
                    <a:cubicBezTo>
                      <a:pt x="0" y="2314"/>
                      <a:pt x="0" y="4456"/>
                      <a:pt x="1322" y="5777"/>
                    </a:cubicBezTo>
                    <a:cubicBezTo>
                      <a:pt x="1956" y="6412"/>
                      <a:pt x="2816" y="6768"/>
                      <a:pt x="3714" y="6768"/>
                    </a:cubicBezTo>
                    <a:cubicBezTo>
                      <a:pt x="4610" y="6768"/>
                      <a:pt x="5471" y="6412"/>
                      <a:pt x="6106" y="5777"/>
                    </a:cubicBezTo>
                    <a:cubicBezTo>
                      <a:pt x="6740" y="5143"/>
                      <a:pt x="7097" y="4282"/>
                      <a:pt x="7097" y="3384"/>
                    </a:cubicBezTo>
                    <a:cubicBezTo>
                      <a:pt x="7097" y="2487"/>
                      <a:pt x="6740" y="1627"/>
                      <a:pt x="6106" y="992"/>
                    </a:cubicBezTo>
                    <a:cubicBezTo>
                      <a:pt x="5445" y="331"/>
                      <a:pt x="4579" y="1"/>
                      <a:pt x="37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47"/>
              <p:cNvSpPr/>
              <p:nvPr/>
            </p:nvSpPr>
            <p:spPr>
              <a:xfrm>
                <a:off x="2851906" y="335401"/>
                <a:ext cx="372913" cy="354695"/>
              </a:xfrm>
              <a:custGeom>
                <a:rect b="b" l="l" r="r" t="t"/>
                <a:pathLst>
                  <a:path extrusionOk="0" h="4069" w="4278">
                    <a:moveTo>
                      <a:pt x="2140" y="1"/>
                    </a:moveTo>
                    <a:lnTo>
                      <a:pt x="1478" y="1340"/>
                    </a:lnTo>
                    <a:lnTo>
                      <a:pt x="1" y="1554"/>
                    </a:lnTo>
                    <a:lnTo>
                      <a:pt x="1070" y="2597"/>
                    </a:lnTo>
                    <a:lnTo>
                      <a:pt x="817" y="4069"/>
                    </a:lnTo>
                    <a:lnTo>
                      <a:pt x="2140" y="3374"/>
                    </a:lnTo>
                    <a:lnTo>
                      <a:pt x="3461" y="4069"/>
                    </a:lnTo>
                    <a:lnTo>
                      <a:pt x="3461" y="4069"/>
                    </a:lnTo>
                    <a:lnTo>
                      <a:pt x="3208" y="2597"/>
                    </a:lnTo>
                    <a:lnTo>
                      <a:pt x="4278" y="1554"/>
                    </a:lnTo>
                    <a:lnTo>
                      <a:pt x="2800" y="1340"/>
                    </a:lnTo>
                    <a:lnTo>
                      <a:pt x="21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48"/>
          <p:cNvSpPr txBox="1"/>
          <p:nvPr>
            <p:ph type="title"/>
          </p:nvPr>
        </p:nvSpPr>
        <p:spPr>
          <a:xfrm>
            <a:off x="2516550" y="131175"/>
            <a:ext cx="4110900" cy="9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NLP work</a:t>
            </a:r>
            <a:endParaRPr/>
          </a:p>
        </p:txBody>
      </p:sp>
      <p:sp>
        <p:nvSpPr>
          <p:cNvPr id="401" name="Google Shape;401;p48"/>
          <p:cNvSpPr txBox="1"/>
          <p:nvPr>
            <p:ph idx="1" type="body"/>
          </p:nvPr>
        </p:nvSpPr>
        <p:spPr>
          <a:xfrm>
            <a:off x="72575" y="706325"/>
            <a:ext cx="9144000" cy="4192200"/>
          </a:xfrm>
          <a:prstGeom prst="rect">
            <a:avLst/>
          </a:prstGeom>
          <a:solidFill>
            <a:srgbClr val="F2F2F2">
              <a:alpha val="0"/>
            </a:srgbClr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Topic:</a:t>
            </a: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Public Perception on AI using Bluesky posts</a:t>
            </a:r>
            <a:endParaRPr b="1"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 have done: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Selected the top 20 words by TF-IDF score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Created a word cloud of the most common words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Listed the top 20 most frequently used emoji 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Looked at the most positive and most negative posts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Viewed the overall sentiment score distribution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Generated a general picture of the distribution of the relationship with the sentiment score and the post length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1" lang="en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Looked at it over time to see how it has changed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verview of Our Dataset</a:t>
            </a:r>
            <a:endParaRPr/>
          </a:p>
        </p:txBody>
      </p:sp>
      <p:sp>
        <p:nvSpPr>
          <p:cNvPr id="407" name="Google Shape;407;p49"/>
          <p:cNvSpPr txBox="1"/>
          <p:nvPr>
            <p:ph idx="1" type="body"/>
          </p:nvPr>
        </p:nvSpPr>
        <p:spPr>
          <a:xfrm>
            <a:off x="720000" y="1063351"/>
            <a:ext cx="7704000" cy="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entiment score with the </a:t>
            </a:r>
            <a:r>
              <a:rPr lang="en"/>
              <a:t>help of nltk</a:t>
            </a:r>
            <a:endParaRPr/>
          </a:p>
        </p:txBody>
      </p:sp>
      <p:pic>
        <p:nvPicPr>
          <p:cNvPr id="408" name="Google Shape;40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325" y="1493276"/>
            <a:ext cx="5040391" cy="339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1322074"/>
            <a:ext cx="3630376" cy="382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50"/>
          <p:cNvSpPr txBox="1"/>
          <p:nvPr>
            <p:ph type="title"/>
          </p:nvPr>
        </p:nvSpPr>
        <p:spPr>
          <a:xfrm>
            <a:off x="720000" y="1275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20 Words by TF-IDF Score</a:t>
            </a:r>
            <a:endParaRPr/>
          </a:p>
        </p:txBody>
      </p:sp>
      <p:sp>
        <p:nvSpPr>
          <p:cNvPr id="415" name="Google Shape;415;p50"/>
          <p:cNvSpPr txBox="1"/>
          <p:nvPr>
            <p:ph idx="1" type="body"/>
          </p:nvPr>
        </p:nvSpPr>
        <p:spPr>
          <a:xfrm>
            <a:off x="720000" y="818989"/>
            <a:ext cx="7704000" cy="38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P.S:Japanese can not present in my visualization, so I take the screenshot here!</a:t>
            </a:r>
            <a:endParaRPr/>
          </a:p>
        </p:txBody>
      </p:sp>
      <p:pic>
        <p:nvPicPr>
          <p:cNvPr id="416" name="Google Shape;41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9300" y="1636351"/>
            <a:ext cx="6891993" cy="33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1"/>
          <p:cNvSpPr txBox="1"/>
          <p:nvPr>
            <p:ph type="ctrTitle"/>
          </p:nvPr>
        </p:nvSpPr>
        <p:spPr>
          <a:xfrm>
            <a:off x="725975" y="1145437"/>
            <a:ext cx="7692000" cy="231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1"/>
          <p:cNvSpPr txBox="1"/>
          <p:nvPr>
            <p:ph idx="1" type="subTitle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51" title="word_cloud_sentiment_ready_tex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00" y="371476"/>
            <a:ext cx="8020075" cy="4010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51"/>
          <p:cNvSpPr txBox="1"/>
          <p:nvPr>
            <p:ph idx="1" type="subTitle"/>
          </p:nvPr>
        </p:nvSpPr>
        <p:spPr>
          <a:xfrm>
            <a:off x="2637150" y="4554675"/>
            <a:ext cx="4054800" cy="4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 Cloud of the most common words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2"/>
          <p:cNvSpPr txBox="1"/>
          <p:nvPr>
            <p:ph idx="1" type="subTitle"/>
          </p:nvPr>
        </p:nvSpPr>
        <p:spPr>
          <a:xfrm>
            <a:off x="2882075" y="4451900"/>
            <a:ext cx="30417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frequently used Emojis</a:t>
            </a:r>
            <a:endParaRPr/>
          </a:p>
        </p:txBody>
      </p:sp>
      <p:pic>
        <p:nvPicPr>
          <p:cNvPr id="430" name="Google Shape;4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775" y="215925"/>
            <a:ext cx="8355575" cy="414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3"/>
          <p:cNvSpPr txBox="1"/>
          <p:nvPr>
            <p:ph idx="1" type="subTitle"/>
          </p:nvPr>
        </p:nvSpPr>
        <p:spPr>
          <a:xfrm>
            <a:off x="2601525" y="4466175"/>
            <a:ext cx="4054800" cy="4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posts with extreme sentiment score</a:t>
            </a:r>
            <a:endParaRPr/>
          </a:p>
        </p:txBody>
      </p:sp>
      <p:pic>
        <p:nvPicPr>
          <p:cNvPr id="436" name="Google Shape;436;p53" title="Screenshot 2025-11-09 at 2.53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775" y="357975"/>
            <a:ext cx="7896525" cy="2128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3" title="Screenshot 2025-11-09 at 2.54.0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775" y="2706688"/>
            <a:ext cx="7896525" cy="1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4"/>
          <p:cNvSpPr txBox="1"/>
          <p:nvPr>
            <p:ph idx="1" type="subTitle"/>
          </p:nvPr>
        </p:nvSpPr>
        <p:spPr>
          <a:xfrm>
            <a:off x="2637150" y="4426797"/>
            <a:ext cx="38697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Posts for Positive, Negative, Neutral</a:t>
            </a:r>
            <a:endParaRPr/>
          </a:p>
        </p:txBody>
      </p:sp>
      <p:pic>
        <p:nvPicPr>
          <p:cNvPr id="443" name="Google Shape;443;p54" title="Screenshot 2025-11-07 at 2.05.3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289" y="240900"/>
            <a:ext cx="5339426" cy="39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5"/>
          <p:cNvSpPr txBox="1"/>
          <p:nvPr>
            <p:ph idx="1" type="subTitle"/>
          </p:nvPr>
        </p:nvSpPr>
        <p:spPr>
          <a:xfrm>
            <a:off x="2637150" y="3608247"/>
            <a:ext cx="38697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9" name="Google Shape;449;p55" title="sentiment_score_vs_post_lengt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325" y="304425"/>
            <a:ext cx="6490700" cy="38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5"/>
          <p:cNvSpPr txBox="1"/>
          <p:nvPr>
            <p:ph idx="1" type="subTitle"/>
          </p:nvPr>
        </p:nvSpPr>
        <p:spPr>
          <a:xfrm>
            <a:off x="2044500" y="4433000"/>
            <a:ext cx="5055000" cy="50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Distribution of Sentiment Costs on the Post Length</a:t>
            </a:r>
            <a:endParaRPr/>
          </a:p>
        </p:txBody>
      </p:sp>
      <p:sp>
        <p:nvSpPr>
          <p:cNvPr id="451" name="Google Shape;451;p55"/>
          <p:cNvSpPr/>
          <p:nvPr/>
        </p:nvSpPr>
        <p:spPr>
          <a:xfrm>
            <a:off x="7193625" y="517075"/>
            <a:ext cx="1596600" cy="585900"/>
          </a:xfrm>
          <a:prstGeom prst="wedgeRectCallout">
            <a:avLst>
              <a:gd fmla="val -214769" name="adj1"/>
              <a:gd fmla="val 16476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longest, most neutral?</a:t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6"/>
          <p:cNvSpPr txBox="1"/>
          <p:nvPr>
            <p:ph idx="1" type="subTitle"/>
          </p:nvPr>
        </p:nvSpPr>
        <p:spPr>
          <a:xfrm>
            <a:off x="2637150" y="4592697"/>
            <a:ext cx="3869700" cy="3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 Sentiment Scores Over Time</a:t>
            </a:r>
            <a:endParaRPr/>
          </a:p>
        </p:txBody>
      </p:sp>
      <p:pic>
        <p:nvPicPr>
          <p:cNvPr id="457" name="Google Shape;457;p56" title="sentiment_score_analysis.png"/>
          <p:cNvPicPr preferRelativeResize="0"/>
          <p:nvPr/>
        </p:nvPicPr>
        <p:blipFill rotWithShape="1">
          <a:blip r:embed="rId3">
            <a:alphaModFix/>
          </a:blip>
          <a:srcRect b="0" l="50927" r="0" t="0"/>
          <a:stretch/>
        </p:blipFill>
        <p:spPr>
          <a:xfrm>
            <a:off x="2328413" y="479575"/>
            <a:ext cx="4487175" cy="391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7"/>
          <p:cNvSpPr txBox="1"/>
          <p:nvPr/>
        </p:nvSpPr>
        <p:spPr>
          <a:xfrm>
            <a:off x="2496150" y="4125850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Please keep this slide for attribution</a:t>
            </a:r>
            <a:endParaRPr sz="12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63" name="Google Shape;463;p57"/>
          <p:cNvGrpSpPr/>
          <p:nvPr/>
        </p:nvGrpSpPr>
        <p:grpSpPr>
          <a:xfrm flipH="1">
            <a:off x="481682" y="440423"/>
            <a:ext cx="1174231" cy="940257"/>
            <a:chOff x="7599119" y="3133086"/>
            <a:chExt cx="1174231" cy="940257"/>
          </a:xfrm>
        </p:grpSpPr>
        <p:sp>
          <p:nvSpPr>
            <p:cNvPr id="464" name="Google Shape;464;p57"/>
            <p:cNvSpPr/>
            <p:nvPr/>
          </p:nvSpPr>
          <p:spPr>
            <a:xfrm flipH="1" rot="358398">
              <a:off x="7639391" y="3187737"/>
              <a:ext cx="1093688" cy="830955"/>
            </a:xfrm>
            <a:custGeom>
              <a:rect b="b" l="l" r="r" t="t"/>
              <a:pathLst>
                <a:path extrusionOk="0" h="9289" w="12225">
                  <a:moveTo>
                    <a:pt x="1551" y="0"/>
                  </a:moveTo>
                  <a:cubicBezTo>
                    <a:pt x="697" y="0"/>
                    <a:pt x="0" y="698"/>
                    <a:pt x="0" y="1551"/>
                  </a:cubicBezTo>
                  <a:lnTo>
                    <a:pt x="0" y="5015"/>
                  </a:lnTo>
                  <a:cubicBezTo>
                    <a:pt x="0" y="5868"/>
                    <a:pt x="697" y="6566"/>
                    <a:pt x="1551" y="6566"/>
                  </a:cubicBezTo>
                  <a:lnTo>
                    <a:pt x="7384" y="6566"/>
                  </a:lnTo>
                  <a:lnTo>
                    <a:pt x="10984" y="9289"/>
                  </a:lnTo>
                  <a:lnTo>
                    <a:pt x="10245" y="6566"/>
                  </a:lnTo>
                  <a:lnTo>
                    <a:pt x="10674" y="6566"/>
                  </a:lnTo>
                  <a:cubicBezTo>
                    <a:pt x="11526" y="6566"/>
                    <a:pt x="12225" y="5867"/>
                    <a:pt x="12225" y="5015"/>
                  </a:cubicBezTo>
                  <a:lnTo>
                    <a:pt x="12225" y="1551"/>
                  </a:lnTo>
                  <a:cubicBezTo>
                    <a:pt x="12225" y="698"/>
                    <a:pt x="11526" y="0"/>
                    <a:pt x="10674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5" name="Google Shape;465;p57"/>
            <p:cNvGrpSpPr/>
            <p:nvPr/>
          </p:nvGrpSpPr>
          <p:grpSpPr>
            <a:xfrm flipH="1" rot="358386">
              <a:off x="7639350" y="3191912"/>
              <a:ext cx="1093770" cy="822635"/>
              <a:chOff x="3946050" y="181125"/>
              <a:chExt cx="839376" cy="631351"/>
            </a:xfrm>
          </p:grpSpPr>
          <p:sp>
            <p:nvSpPr>
              <p:cNvPr id="466" name="Google Shape;466;p57"/>
              <p:cNvSpPr/>
              <p:nvPr/>
            </p:nvSpPr>
            <p:spPr>
              <a:xfrm>
                <a:off x="3946050" y="181125"/>
                <a:ext cx="839376" cy="450789"/>
              </a:xfrm>
              <a:custGeom>
                <a:rect b="b" l="l" r="r" t="t"/>
                <a:pathLst>
                  <a:path extrusionOk="0" h="6566" w="12226">
                    <a:moveTo>
                      <a:pt x="1552" y="0"/>
                    </a:moveTo>
                    <a:cubicBezTo>
                      <a:pt x="699" y="0"/>
                      <a:pt x="1" y="698"/>
                      <a:pt x="1" y="1551"/>
                    </a:cubicBezTo>
                    <a:lnTo>
                      <a:pt x="1" y="5015"/>
                    </a:lnTo>
                    <a:cubicBezTo>
                      <a:pt x="1" y="5867"/>
                      <a:pt x="699" y="6566"/>
                      <a:pt x="1552" y="6566"/>
                    </a:cubicBezTo>
                    <a:lnTo>
                      <a:pt x="10675" y="6566"/>
                    </a:lnTo>
                    <a:cubicBezTo>
                      <a:pt x="11528" y="6566"/>
                      <a:pt x="12226" y="5867"/>
                      <a:pt x="12226" y="5015"/>
                    </a:cubicBezTo>
                    <a:lnTo>
                      <a:pt x="12226" y="1551"/>
                    </a:lnTo>
                    <a:cubicBezTo>
                      <a:pt x="12226" y="698"/>
                      <a:pt x="11528" y="0"/>
                      <a:pt x="106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57"/>
              <p:cNvSpPr/>
              <p:nvPr/>
            </p:nvSpPr>
            <p:spPr>
              <a:xfrm>
                <a:off x="4453014" y="625460"/>
                <a:ext cx="247364" cy="187016"/>
              </a:xfrm>
              <a:custGeom>
                <a:rect b="b" l="l" r="r" t="t"/>
                <a:pathLst>
                  <a:path extrusionOk="0" h="2724" w="3603">
                    <a:moveTo>
                      <a:pt x="1" y="1"/>
                    </a:moveTo>
                    <a:lnTo>
                      <a:pt x="3602" y="2724"/>
                    </a:lnTo>
                    <a:lnTo>
                      <a:pt x="28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8" name="Google Shape;468;p57"/>
              <p:cNvSpPr/>
              <p:nvPr/>
            </p:nvSpPr>
            <p:spPr>
              <a:xfrm>
                <a:off x="4031185" y="388743"/>
                <a:ext cx="669180" cy="35632"/>
              </a:xfrm>
              <a:custGeom>
                <a:rect b="b" l="l" r="r" t="t"/>
                <a:pathLst>
                  <a:path extrusionOk="0" h="519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1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57"/>
              <p:cNvSpPr/>
              <p:nvPr/>
            </p:nvSpPr>
            <p:spPr>
              <a:xfrm>
                <a:off x="4031185" y="281982"/>
                <a:ext cx="669180" cy="35632"/>
              </a:xfrm>
              <a:custGeom>
                <a:rect b="b" l="l" r="r" t="t"/>
                <a:pathLst>
                  <a:path extrusionOk="0" h="519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60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60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0" name="Google Shape;470;p57"/>
              <p:cNvSpPr/>
              <p:nvPr/>
            </p:nvSpPr>
            <p:spPr>
              <a:xfrm>
                <a:off x="4031185" y="495436"/>
                <a:ext cx="669180" cy="35563"/>
              </a:xfrm>
              <a:custGeom>
                <a:rect b="b" l="l" r="r" t="t"/>
                <a:pathLst>
                  <a:path extrusionOk="0" h="518" w="9747">
                    <a:moveTo>
                      <a:pt x="259" y="1"/>
                    </a:moveTo>
                    <a:cubicBezTo>
                      <a:pt x="117" y="1"/>
                      <a:pt x="0" y="117"/>
                      <a:pt x="0" y="259"/>
                    </a:cubicBezTo>
                    <a:cubicBezTo>
                      <a:pt x="0" y="402"/>
                      <a:pt x="117" y="518"/>
                      <a:pt x="259" y="518"/>
                    </a:cubicBezTo>
                    <a:lnTo>
                      <a:pt x="9487" y="518"/>
                    </a:lnTo>
                    <a:cubicBezTo>
                      <a:pt x="9630" y="518"/>
                      <a:pt x="9746" y="402"/>
                      <a:pt x="9746" y="259"/>
                    </a:cubicBezTo>
                    <a:cubicBezTo>
                      <a:pt x="9746" y="117"/>
                      <a:pt x="9630" y="1"/>
                      <a:pt x="94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1" name="Google Shape;471;p57"/>
          <p:cNvGrpSpPr/>
          <p:nvPr/>
        </p:nvGrpSpPr>
        <p:grpSpPr>
          <a:xfrm>
            <a:off x="561246" y="3443526"/>
            <a:ext cx="812893" cy="755438"/>
            <a:chOff x="7664871" y="151651"/>
            <a:chExt cx="812893" cy="755438"/>
          </a:xfrm>
        </p:grpSpPr>
        <p:sp>
          <p:nvSpPr>
            <p:cNvPr id="472" name="Google Shape;472;p57"/>
            <p:cNvSpPr/>
            <p:nvPr/>
          </p:nvSpPr>
          <p:spPr>
            <a:xfrm rot="408062">
              <a:off x="7702114" y="193007"/>
              <a:ext cx="738415" cy="672724"/>
            </a:xfrm>
            <a:custGeom>
              <a:rect b="b" l="l" r="r" t="t"/>
              <a:pathLst>
                <a:path extrusionOk="0" h="5571" w="6115">
                  <a:moveTo>
                    <a:pt x="3058" y="1"/>
                  </a:moveTo>
                  <a:cubicBezTo>
                    <a:pt x="2345" y="1"/>
                    <a:pt x="1632" y="272"/>
                    <a:pt x="1089" y="816"/>
                  </a:cubicBezTo>
                  <a:cubicBezTo>
                    <a:pt x="1" y="1904"/>
                    <a:pt x="1" y="3667"/>
                    <a:pt x="1089" y="4755"/>
                  </a:cubicBezTo>
                  <a:cubicBezTo>
                    <a:pt x="1632" y="5298"/>
                    <a:pt x="2345" y="5570"/>
                    <a:pt x="3058" y="5570"/>
                  </a:cubicBezTo>
                  <a:cubicBezTo>
                    <a:pt x="3770" y="5570"/>
                    <a:pt x="4483" y="5298"/>
                    <a:pt x="5026" y="4755"/>
                  </a:cubicBezTo>
                  <a:cubicBezTo>
                    <a:pt x="6115" y="3667"/>
                    <a:pt x="6115" y="1904"/>
                    <a:pt x="5026" y="816"/>
                  </a:cubicBezTo>
                  <a:cubicBezTo>
                    <a:pt x="4483" y="272"/>
                    <a:pt x="3770" y="1"/>
                    <a:pt x="3058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3" name="Google Shape;473;p57"/>
            <p:cNvGrpSpPr/>
            <p:nvPr/>
          </p:nvGrpSpPr>
          <p:grpSpPr>
            <a:xfrm rot="408094">
              <a:off x="7702108" y="193009"/>
              <a:ext cx="738412" cy="672722"/>
              <a:chOff x="3392500" y="181000"/>
              <a:chExt cx="700168" cy="637880"/>
            </a:xfrm>
          </p:grpSpPr>
          <p:sp>
            <p:nvSpPr>
              <p:cNvPr id="474" name="Google Shape;474;p57"/>
              <p:cNvSpPr/>
              <p:nvPr/>
            </p:nvSpPr>
            <p:spPr>
              <a:xfrm>
                <a:off x="3392500" y="181000"/>
                <a:ext cx="700168" cy="637880"/>
              </a:xfrm>
              <a:custGeom>
                <a:rect b="b" l="l" r="r" t="t"/>
                <a:pathLst>
                  <a:path extrusionOk="0" h="5571" w="6115">
                    <a:moveTo>
                      <a:pt x="3058" y="1"/>
                    </a:moveTo>
                    <a:cubicBezTo>
                      <a:pt x="2345" y="1"/>
                      <a:pt x="1632" y="272"/>
                      <a:pt x="1089" y="816"/>
                    </a:cubicBezTo>
                    <a:cubicBezTo>
                      <a:pt x="1" y="1904"/>
                      <a:pt x="1" y="3667"/>
                      <a:pt x="1089" y="4755"/>
                    </a:cubicBezTo>
                    <a:cubicBezTo>
                      <a:pt x="1632" y="5298"/>
                      <a:pt x="2345" y="5570"/>
                      <a:pt x="3058" y="5570"/>
                    </a:cubicBezTo>
                    <a:cubicBezTo>
                      <a:pt x="3770" y="5570"/>
                      <a:pt x="4483" y="5298"/>
                      <a:pt x="5026" y="4755"/>
                    </a:cubicBezTo>
                    <a:cubicBezTo>
                      <a:pt x="6115" y="3667"/>
                      <a:pt x="6115" y="1904"/>
                      <a:pt x="5026" y="816"/>
                    </a:cubicBezTo>
                    <a:cubicBezTo>
                      <a:pt x="4483" y="272"/>
                      <a:pt x="3770" y="1"/>
                      <a:pt x="305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57"/>
              <p:cNvSpPr/>
              <p:nvPr/>
            </p:nvSpPr>
            <p:spPr>
              <a:xfrm>
                <a:off x="3614513" y="329391"/>
                <a:ext cx="117477" cy="341096"/>
              </a:xfrm>
              <a:custGeom>
                <a:rect b="b" l="l" r="r" t="t"/>
                <a:pathLst>
                  <a:path extrusionOk="0" h="2979" w="1026">
                    <a:moveTo>
                      <a:pt x="534" y="0"/>
                    </a:moveTo>
                    <a:lnTo>
                      <a:pt x="0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6" name="Google Shape;476;p57"/>
              <p:cNvSpPr/>
              <p:nvPr/>
            </p:nvSpPr>
            <p:spPr>
              <a:xfrm>
                <a:off x="3753286" y="329391"/>
                <a:ext cx="117592" cy="341096"/>
              </a:xfrm>
              <a:custGeom>
                <a:rect b="b" l="l" r="r" t="t"/>
                <a:pathLst>
                  <a:path extrusionOk="0" h="2979" w="1027">
                    <a:moveTo>
                      <a:pt x="534" y="0"/>
                    </a:moveTo>
                    <a:lnTo>
                      <a:pt x="1" y="2979"/>
                    </a:lnTo>
                    <a:lnTo>
                      <a:pt x="492" y="2979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7" name="Google Shape;477;p57"/>
              <p:cNvSpPr/>
              <p:nvPr/>
            </p:nvSpPr>
            <p:spPr>
              <a:xfrm>
                <a:off x="3568256" y="402441"/>
                <a:ext cx="369263" cy="57250"/>
              </a:xfrm>
              <a:custGeom>
                <a:rect b="b" l="l" r="r" t="t"/>
                <a:pathLst>
                  <a:path extrusionOk="0" h="500" w="3225">
                    <a:moveTo>
                      <a:pt x="3224" y="1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0" y="500"/>
                    </a:lnTo>
                    <a:lnTo>
                      <a:pt x="3152" y="487"/>
                    </a:lnTo>
                    <a:lnTo>
                      <a:pt x="322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8" name="Google Shape;478;p57"/>
              <p:cNvSpPr/>
              <p:nvPr/>
            </p:nvSpPr>
            <p:spPr>
              <a:xfrm>
                <a:off x="3547875" y="540184"/>
                <a:ext cx="369263" cy="57250"/>
              </a:xfrm>
              <a:custGeom>
                <a:rect b="b" l="l" r="r" t="t"/>
                <a:pathLst>
                  <a:path extrusionOk="0" h="500" w="3225">
                    <a:moveTo>
                      <a:pt x="3224" y="0"/>
                    </a:moveTo>
                    <a:lnTo>
                      <a:pt x="72" y="12"/>
                    </a:lnTo>
                    <a:lnTo>
                      <a:pt x="0" y="500"/>
                    </a:lnTo>
                    <a:lnTo>
                      <a:pt x="3152" y="488"/>
                    </a:lnTo>
                    <a:lnTo>
                      <a:pt x="322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79" name="Google Shape;479;p57"/>
          <p:cNvGrpSpPr/>
          <p:nvPr/>
        </p:nvGrpSpPr>
        <p:grpSpPr>
          <a:xfrm flipH="1" rot="454706">
            <a:off x="7674032" y="527565"/>
            <a:ext cx="812923" cy="667169"/>
            <a:chOff x="4064963" y="3978750"/>
            <a:chExt cx="725378" cy="595373"/>
          </a:xfrm>
        </p:grpSpPr>
        <p:sp>
          <p:nvSpPr>
            <p:cNvPr id="480" name="Google Shape;480;p57"/>
            <p:cNvSpPr/>
            <p:nvPr/>
          </p:nvSpPr>
          <p:spPr>
            <a:xfrm>
              <a:off x="4065003" y="3978750"/>
              <a:ext cx="725301" cy="595373"/>
            </a:xfrm>
            <a:custGeom>
              <a:rect b="b" l="l" r="r" t="t"/>
              <a:pathLst>
                <a:path extrusionOk="0" h="7680" w="9356">
                  <a:moveTo>
                    <a:pt x="1293" y="0"/>
                  </a:moveTo>
                  <a:cubicBezTo>
                    <a:pt x="582" y="0"/>
                    <a:pt x="0" y="583"/>
                    <a:pt x="0" y="1293"/>
                  </a:cubicBezTo>
                  <a:lnTo>
                    <a:pt x="0" y="4126"/>
                  </a:lnTo>
                  <a:cubicBezTo>
                    <a:pt x="0" y="4837"/>
                    <a:pt x="582" y="5419"/>
                    <a:pt x="1293" y="5419"/>
                  </a:cubicBezTo>
                  <a:lnTo>
                    <a:pt x="4995" y="5419"/>
                  </a:lnTo>
                  <a:lnTo>
                    <a:pt x="7996" y="7680"/>
                  </a:lnTo>
                  <a:lnTo>
                    <a:pt x="7621" y="5419"/>
                  </a:lnTo>
                  <a:lnTo>
                    <a:pt x="8063" y="5419"/>
                  </a:lnTo>
                  <a:cubicBezTo>
                    <a:pt x="8774" y="5419"/>
                    <a:pt x="9356" y="4838"/>
                    <a:pt x="9356" y="4126"/>
                  </a:cubicBezTo>
                  <a:lnTo>
                    <a:pt x="9356" y="1293"/>
                  </a:lnTo>
                  <a:cubicBezTo>
                    <a:pt x="9355" y="583"/>
                    <a:pt x="8774" y="0"/>
                    <a:pt x="8062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1" name="Google Shape;481;p57"/>
            <p:cNvGrpSpPr/>
            <p:nvPr/>
          </p:nvGrpSpPr>
          <p:grpSpPr>
            <a:xfrm>
              <a:off x="4064963" y="3981950"/>
              <a:ext cx="725378" cy="588978"/>
              <a:chOff x="2486400" y="3978750"/>
              <a:chExt cx="725378" cy="588978"/>
            </a:xfrm>
          </p:grpSpPr>
          <p:sp>
            <p:nvSpPr>
              <p:cNvPr id="482" name="Google Shape;482;p57"/>
              <p:cNvSpPr/>
              <p:nvPr/>
            </p:nvSpPr>
            <p:spPr>
              <a:xfrm>
                <a:off x="2486400" y="3978750"/>
                <a:ext cx="725378" cy="420172"/>
              </a:xfrm>
              <a:custGeom>
                <a:rect b="b" l="l" r="r" t="t"/>
                <a:pathLst>
                  <a:path extrusionOk="0" h="5420" w="9357">
                    <a:moveTo>
                      <a:pt x="1293" y="0"/>
                    </a:moveTo>
                    <a:cubicBezTo>
                      <a:pt x="583" y="0"/>
                      <a:pt x="1" y="583"/>
                      <a:pt x="1" y="1293"/>
                    </a:cubicBezTo>
                    <a:lnTo>
                      <a:pt x="1" y="4126"/>
                    </a:lnTo>
                    <a:cubicBezTo>
                      <a:pt x="1" y="4838"/>
                      <a:pt x="583" y="5419"/>
                      <a:pt x="1293" y="5419"/>
                    </a:cubicBezTo>
                    <a:lnTo>
                      <a:pt x="8062" y="5419"/>
                    </a:lnTo>
                    <a:cubicBezTo>
                      <a:pt x="8774" y="5419"/>
                      <a:pt x="9355" y="4837"/>
                      <a:pt x="9356" y="4126"/>
                    </a:cubicBezTo>
                    <a:lnTo>
                      <a:pt x="9356" y="1293"/>
                    </a:lnTo>
                    <a:cubicBezTo>
                      <a:pt x="9356" y="582"/>
                      <a:pt x="8774" y="0"/>
                      <a:pt x="80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57"/>
              <p:cNvSpPr/>
              <p:nvPr/>
            </p:nvSpPr>
            <p:spPr>
              <a:xfrm>
                <a:off x="2873628" y="4392450"/>
                <a:ext cx="232723" cy="175278"/>
              </a:xfrm>
              <a:custGeom>
                <a:rect b="b" l="l" r="r" t="t"/>
                <a:pathLst>
                  <a:path extrusionOk="0" h="2261" w="3002">
                    <a:moveTo>
                      <a:pt x="1" y="0"/>
                    </a:moveTo>
                    <a:lnTo>
                      <a:pt x="3002" y="2261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57"/>
              <p:cNvSpPr/>
              <p:nvPr/>
            </p:nvSpPr>
            <p:spPr>
              <a:xfrm>
                <a:off x="2779476" y="4065657"/>
                <a:ext cx="305284" cy="276290"/>
              </a:xfrm>
              <a:custGeom>
                <a:rect b="b" l="l" r="r" t="t"/>
                <a:pathLst>
                  <a:path extrusionOk="0" h="3564" w="3938">
                    <a:moveTo>
                      <a:pt x="1038" y="0"/>
                    </a:moveTo>
                    <a:cubicBezTo>
                      <a:pt x="1005" y="0"/>
                      <a:pt x="973" y="2"/>
                      <a:pt x="940" y="5"/>
                    </a:cubicBezTo>
                    <a:cubicBezTo>
                      <a:pt x="454" y="49"/>
                      <a:pt x="63" y="449"/>
                      <a:pt x="27" y="935"/>
                    </a:cubicBezTo>
                    <a:cubicBezTo>
                      <a:pt x="1" y="1266"/>
                      <a:pt x="137" y="1566"/>
                      <a:pt x="362" y="1768"/>
                    </a:cubicBezTo>
                    <a:lnTo>
                      <a:pt x="361" y="1768"/>
                    </a:lnTo>
                    <a:lnTo>
                      <a:pt x="1771" y="3470"/>
                    </a:lnTo>
                    <a:cubicBezTo>
                      <a:pt x="1822" y="3532"/>
                      <a:pt x="1896" y="3564"/>
                      <a:pt x="1970" y="3564"/>
                    </a:cubicBezTo>
                    <a:cubicBezTo>
                      <a:pt x="2044" y="3564"/>
                      <a:pt x="2117" y="3532"/>
                      <a:pt x="2169" y="3470"/>
                    </a:cubicBezTo>
                    <a:lnTo>
                      <a:pt x="3579" y="1768"/>
                    </a:lnTo>
                    <a:lnTo>
                      <a:pt x="3578" y="1768"/>
                    </a:lnTo>
                    <a:cubicBezTo>
                      <a:pt x="3803" y="1566"/>
                      <a:pt x="3938" y="1266"/>
                      <a:pt x="3913" y="935"/>
                    </a:cubicBezTo>
                    <a:cubicBezTo>
                      <a:pt x="3876" y="449"/>
                      <a:pt x="3485" y="49"/>
                      <a:pt x="3000" y="5"/>
                    </a:cubicBezTo>
                    <a:cubicBezTo>
                      <a:pt x="2967" y="2"/>
                      <a:pt x="2934" y="0"/>
                      <a:pt x="2902" y="0"/>
                    </a:cubicBezTo>
                    <a:cubicBezTo>
                      <a:pt x="2482" y="0"/>
                      <a:pt x="2123" y="255"/>
                      <a:pt x="1969" y="619"/>
                    </a:cubicBezTo>
                    <a:cubicBezTo>
                      <a:pt x="1816" y="255"/>
                      <a:pt x="1456" y="0"/>
                      <a:pt x="10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57"/>
              <p:cNvSpPr/>
              <p:nvPr/>
            </p:nvSpPr>
            <p:spPr>
              <a:xfrm flipH="1">
                <a:off x="2587338" y="4088759"/>
                <a:ext cx="122641" cy="196520"/>
              </a:xfrm>
              <a:custGeom>
                <a:rect b="b" l="l" r="r" t="t"/>
                <a:pathLst>
                  <a:path extrusionOk="0" h="2535" w="1582">
                    <a:moveTo>
                      <a:pt x="721" y="0"/>
                    </a:moveTo>
                    <a:cubicBezTo>
                      <a:pt x="623" y="0"/>
                      <a:pt x="516" y="13"/>
                      <a:pt x="397" y="41"/>
                    </a:cubicBezTo>
                    <a:cubicBezTo>
                      <a:pt x="280" y="69"/>
                      <a:pt x="153" y="110"/>
                      <a:pt x="18" y="165"/>
                    </a:cubicBezTo>
                    <a:lnTo>
                      <a:pt x="18" y="505"/>
                    </a:lnTo>
                    <a:cubicBezTo>
                      <a:pt x="151" y="431"/>
                      <a:pt x="276" y="375"/>
                      <a:pt x="392" y="338"/>
                    </a:cubicBezTo>
                    <a:cubicBezTo>
                      <a:pt x="510" y="301"/>
                      <a:pt x="622" y="283"/>
                      <a:pt x="727" y="283"/>
                    </a:cubicBezTo>
                    <a:cubicBezTo>
                      <a:pt x="877" y="283"/>
                      <a:pt x="997" y="325"/>
                      <a:pt x="1089" y="408"/>
                    </a:cubicBezTo>
                    <a:cubicBezTo>
                      <a:pt x="1183" y="492"/>
                      <a:pt x="1229" y="600"/>
                      <a:pt x="1229" y="731"/>
                    </a:cubicBezTo>
                    <a:cubicBezTo>
                      <a:pt x="1229" y="813"/>
                      <a:pt x="1208" y="896"/>
                      <a:pt x="1165" y="980"/>
                    </a:cubicBezTo>
                    <a:cubicBezTo>
                      <a:pt x="1122" y="1064"/>
                      <a:pt x="1047" y="1165"/>
                      <a:pt x="939" y="1287"/>
                    </a:cubicBezTo>
                    <a:cubicBezTo>
                      <a:pt x="883" y="1351"/>
                      <a:pt x="744" y="1495"/>
                      <a:pt x="523" y="1719"/>
                    </a:cubicBezTo>
                    <a:cubicBezTo>
                      <a:pt x="303" y="1941"/>
                      <a:pt x="129" y="2119"/>
                      <a:pt x="0" y="2250"/>
                    </a:cubicBezTo>
                    <a:lnTo>
                      <a:pt x="0" y="2534"/>
                    </a:lnTo>
                    <a:lnTo>
                      <a:pt x="1581" y="2534"/>
                    </a:lnTo>
                    <a:lnTo>
                      <a:pt x="1581" y="2250"/>
                    </a:lnTo>
                    <a:lnTo>
                      <a:pt x="406" y="2250"/>
                    </a:lnTo>
                    <a:cubicBezTo>
                      <a:pt x="677" y="1974"/>
                      <a:pt x="887" y="1759"/>
                      <a:pt x="1036" y="1605"/>
                    </a:cubicBezTo>
                    <a:cubicBezTo>
                      <a:pt x="1185" y="1451"/>
                      <a:pt x="1274" y="1358"/>
                      <a:pt x="1301" y="1326"/>
                    </a:cubicBezTo>
                    <a:cubicBezTo>
                      <a:pt x="1402" y="1201"/>
                      <a:pt x="1472" y="1093"/>
                      <a:pt x="1509" y="1002"/>
                    </a:cubicBezTo>
                    <a:cubicBezTo>
                      <a:pt x="1548" y="909"/>
                      <a:pt x="1568" y="813"/>
                      <a:pt x="1568" y="710"/>
                    </a:cubicBezTo>
                    <a:cubicBezTo>
                      <a:pt x="1568" y="495"/>
                      <a:pt x="1491" y="322"/>
                      <a:pt x="1337" y="193"/>
                    </a:cubicBezTo>
                    <a:cubicBezTo>
                      <a:pt x="1184" y="65"/>
                      <a:pt x="978" y="0"/>
                      <a:pt x="72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86" name="Google Shape;486;p57"/>
          <p:cNvGrpSpPr/>
          <p:nvPr/>
        </p:nvGrpSpPr>
        <p:grpSpPr>
          <a:xfrm>
            <a:off x="1329195" y="4198985"/>
            <a:ext cx="508982" cy="485315"/>
            <a:chOff x="8264420" y="1017185"/>
            <a:chExt cx="508982" cy="485315"/>
          </a:xfrm>
        </p:grpSpPr>
        <p:sp>
          <p:nvSpPr>
            <p:cNvPr id="487" name="Google Shape;487;p57"/>
            <p:cNvSpPr/>
            <p:nvPr/>
          </p:nvSpPr>
          <p:spPr>
            <a:xfrm>
              <a:off x="8264420" y="1017185"/>
              <a:ext cx="508962" cy="485299"/>
            </a:xfrm>
            <a:custGeom>
              <a:rect b="b" l="l" r="r" t="t"/>
              <a:pathLst>
                <a:path extrusionOk="0" h="6768" w="7098">
                  <a:moveTo>
                    <a:pt x="3715" y="1"/>
                  </a:moveTo>
                  <a:cubicBezTo>
                    <a:pt x="2849" y="1"/>
                    <a:pt x="1983" y="331"/>
                    <a:pt x="1322" y="992"/>
                  </a:cubicBezTo>
                  <a:cubicBezTo>
                    <a:pt x="0" y="2313"/>
                    <a:pt x="0" y="4456"/>
                    <a:pt x="1322" y="5777"/>
                  </a:cubicBezTo>
                  <a:cubicBezTo>
                    <a:pt x="1957" y="6412"/>
                    <a:pt x="2817" y="6767"/>
                    <a:pt x="3714" y="6767"/>
                  </a:cubicBezTo>
                  <a:cubicBezTo>
                    <a:pt x="4612" y="6767"/>
                    <a:pt x="5473" y="6412"/>
                    <a:pt x="6107" y="5777"/>
                  </a:cubicBezTo>
                  <a:cubicBezTo>
                    <a:pt x="6742" y="5142"/>
                    <a:pt x="7098" y="4282"/>
                    <a:pt x="7098" y="3384"/>
                  </a:cubicBezTo>
                  <a:cubicBezTo>
                    <a:pt x="7098" y="2487"/>
                    <a:pt x="6742" y="1626"/>
                    <a:pt x="6107" y="992"/>
                  </a:cubicBezTo>
                  <a:cubicBezTo>
                    <a:pt x="5446" y="331"/>
                    <a:pt x="4580" y="1"/>
                    <a:pt x="3715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8" name="Google Shape;488;p57"/>
            <p:cNvGrpSpPr/>
            <p:nvPr/>
          </p:nvGrpSpPr>
          <p:grpSpPr>
            <a:xfrm>
              <a:off x="8264433" y="1017193"/>
              <a:ext cx="508969" cy="485306"/>
              <a:chOff x="2714613" y="231688"/>
              <a:chExt cx="618733" cy="589967"/>
            </a:xfrm>
          </p:grpSpPr>
          <p:sp>
            <p:nvSpPr>
              <p:cNvPr id="489" name="Google Shape;489;p57"/>
              <p:cNvSpPr/>
              <p:nvPr/>
            </p:nvSpPr>
            <p:spPr>
              <a:xfrm>
                <a:off x="2714613" y="231688"/>
                <a:ext cx="618733" cy="589967"/>
              </a:xfrm>
              <a:custGeom>
                <a:rect b="b" l="l" r="r" t="t"/>
                <a:pathLst>
                  <a:path extrusionOk="0" h="6768" w="7098">
                    <a:moveTo>
                      <a:pt x="3713" y="1"/>
                    </a:moveTo>
                    <a:cubicBezTo>
                      <a:pt x="2847" y="1"/>
                      <a:pt x="1982" y="331"/>
                      <a:pt x="1322" y="992"/>
                    </a:cubicBezTo>
                    <a:cubicBezTo>
                      <a:pt x="0" y="2314"/>
                      <a:pt x="0" y="4456"/>
                      <a:pt x="1322" y="5777"/>
                    </a:cubicBezTo>
                    <a:cubicBezTo>
                      <a:pt x="1956" y="6412"/>
                      <a:pt x="2816" y="6768"/>
                      <a:pt x="3714" y="6768"/>
                    </a:cubicBezTo>
                    <a:cubicBezTo>
                      <a:pt x="4610" y="6768"/>
                      <a:pt x="5471" y="6412"/>
                      <a:pt x="6106" y="5777"/>
                    </a:cubicBezTo>
                    <a:cubicBezTo>
                      <a:pt x="6740" y="5143"/>
                      <a:pt x="7097" y="4282"/>
                      <a:pt x="7097" y="3384"/>
                    </a:cubicBezTo>
                    <a:cubicBezTo>
                      <a:pt x="7097" y="2487"/>
                      <a:pt x="6740" y="1627"/>
                      <a:pt x="6106" y="992"/>
                    </a:cubicBezTo>
                    <a:cubicBezTo>
                      <a:pt x="5445" y="331"/>
                      <a:pt x="4579" y="1"/>
                      <a:pt x="37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0" name="Google Shape;490;p57"/>
              <p:cNvSpPr/>
              <p:nvPr/>
            </p:nvSpPr>
            <p:spPr>
              <a:xfrm>
                <a:off x="2851906" y="335401"/>
                <a:ext cx="372913" cy="354695"/>
              </a:xfrm>
              <a:custGeom>
                <a:rect b="b" l="l" r="r" t="t"/>
                <a:pathLst>
                  <a:path extrusionOk="0" h="4069" w="4278">
                    <a:moveTo>
                      <a:pt x="2140" y="1"/>
                    </a:moveTo>
                    <a:lnTo>
                      <a:pt x="1478" y="1340"/>
                    </a:lnTo>
                    <a:lnTo>
                      <a:pt x="1" y="1554"/>
                    </a:lnTo>
                    <a:lnTo>
                      <a:pt x="1070" y="2597"/>
                    </a:lnTo>
                    <a:lnTo>
                      <a:pt x="817" y="4069"/>
                    </a:lnTo>
                    <a:lnTo>
                      <a:pt x="2140" y="3374"/>
                    </a:lnTo>
                    <a:lnTo>
                      <a:pt x="3461" y="4069"/>
                    </a:lnTo>
                    <a:lnTo>
                      <a:pt x="3461" y="4069"/>
                    </a:lnTo>
                    <a:lnTo>
                      <a:pt x="3208" y="2597"/>
                    </a:lnTo>
                    <a:lnTo>
                      <a:pt x="4278" y="1554"/>
                    </a:lnTo>
                    <a:lnTo>
                      <a:pt x="2800" y="1340"/>
                    </a:lnTo>
                    <a:lnTo>
                      <a:pt x="214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1" name="Google Shape;491;p57"/>
          <p:cNvGrpSpPr/>
          <p:nvPr/>
        </p:nvGrpSpPr>
        <p:grpSpPr>
          <a:xfrm rot="394684">
            <a:off x="7895484" y="3741148"/>
            <a:ext cx="673337" cy="673337"/>
            <a:chOff x="369411" y="4281700"/>
            <a:chExt cx="567589" cy="567589"/>
          </a:xfrm>
        </p:grpSpPr>
        <p:sp>
          <p:nvSpPr>
            <p:cNvPr id="492" name="Google Shape;492;p57"/>
            <p:cNvSpPr/>
            <p:nvPr/>
          </p:nvSpPr>
          <p:spPr>
            <a:xfrm>
              <a:off x="369411" y="4281763"/>
              <a:ext cx="567589" cy="567474"/>
            </a:xfrm>
            <a:custGeom>
              <a:rect b="b" l="l" r="r" t="t"/>
              <a:pathLst>
                <a:path extrusionOk="0" h="9879" w="9881">
                  <a:moveTo>
                    <a:pt x="4940" y="0"/>
                  </a:moveTo>
                  <a:cubicBezTo>
                    <a:pt x="3629" y="0"/>
                    <a:pt x="2374" y="520"/>
                    <a:pt x="1447" y="1446"/>
                  </a:cubicBezTo>
                  <a:cubicBezTo>
                    <a:pt x="521" y="2373"/>
                    <a:pt x="0" y="3629"/>
                    <a:pt x="0" y="4939"/>
                  </a:cubicBezTo>
                  <a:cubicBezTo>
                    <a:pt x="0" y="6250"/>
                    <a:pt x="521" y="7505"/>
                    <a:pt x="1447" y="8432"/>
                  </a:cubicBezTo>
                  <a:cubicBezTo>
                    <a:pt x="2374" y="9359"/>
                    <a:pt x="3629" y="9879"/>
                    <a:pt x="4940" y="9879"/>
                  </a:cubicBezTo>
                  <a:cubicBezTo>
                    <a:pt x="6250" y="9879"/>
                    <a:pt x="7507" y="9359"/>
                    <a:pt x="8433" y="8432"/>
                  </a:cubicBezTo>
                  <a:cubicBezTo>
                    <a:pt x="9359" y="7505"/>
                    <a:pt x="9880" y="6250"/>
                    <a:pt x="9880" y="4939"/>
                  </a:cubicBezTo>
                  <a:cubicBezTo>
                    <a:pt x="9880" y="3629"/>
                    <a:pt x="9359" y="2373"/>
                    <a:pt x="8433" y="1446"/>
                  </a:cubicBezTo>
                  <a:cubicBezTo>
                    <a:pt x="7507" y="520"/>
                    <a:pt x="6250" y="0"/>
                    <a:pt x="4940" y="0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762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3" name="Google Shape;493;p57"/>
            <p:cNvGrpSpPr/>
            <p:nvPr/>
          </p:nvGrpSpPr>
          <p:grpSpPr>
            <a:xfrm>
              <a:off x="369438" y="4281700"/>
              <a:ext cx="567532" cy="567589"/>
              <a:chOff x="388650" y="4371262"/>
              <a:chExt cx="567532" cy="567589"/>
            </a:xfrm>
          </p:grpSpPr>
          <p:sp>
            <p:nvSpPr>
              <p:cNvPr id="494" name="Google Shape;494;p57"/>
              <p:cNvSpPr/>
              <p:nvPr/>
            </p:nvSpPr>
            <p:spPr>
              <a:xfrm>
                <a:off x="388650" y="4371262"/>
                <a:ext cx="567532" cy="567589"/>
              </a:xfrm>
              <a:custGeom>
                <a:rect b="b" l="l" r="r" t="t"/>
                <a:pathLst>
                  <a:path extrusionOk="0" h="9881" w="9880">
                    <a:moveTo>
                      <a:pt x="4940" y="1"/>
                    </a:moveTo>
                    <a:cubicBezTo>
                      <a:pt x="3630" y="1"/>
                      <a:pt x="2373" y="522"/>
                      <a:pt x="1448" y="1447"/>
                    </a:cubicBezTo>
                    <a:cubicBezTo>
                      <a:pt x="521" y="2374"/>
                      <a:pt x="1" y="3631"/>
                      <a:pt x="1" y="4941"/>
                    </a:cubicBezTo>
                    <a:cubicBezTo>
                      <a:pt x="1" y="6251"/>
                      <a:pt x="521" y="7507"/>
                      <a:pt x="1448" y="8433"/>
                    </a:cubicBezTo>
                    <a:cubicBezTo>
                      <a:pt x="2373" y="9360"/>
                      <a:pt x="3630" y="9880"/>
                      <a:pt x="4940" y="9880"/>
                    </a:cubicBezTo>
                    <a:cubicBezTo>
                      <a:pt x="6251" y="9880"/>
                      <a:pt x="7507" y="9360"/>
                      <a:pt x="8433" y="8433"/>
                    </a:cubicBezTo>
                    <a:cubicBezTo>
                      <a:pt x="9359" y="7507"/>
                      <a:pt x="9880" y="6251"/>
                      <a:pt x="9880" y="4941"/>
                    </a:cubicBezTo>
                    <a:cubicBezTo>
                      <a:pt x="9880" y="3631"/>
                      <a:pt x="9359" y="2374"/>
                      <a:pt x="8433" y="1447"/>
                    </a:cubicBezTo>
                    <a:cubicBezTo>
                      <a:pt x="7507" y="522"/>
                      <a:pt x="6251" y="1"/>
                      <a:pt x="494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57"/>
              <p:cNvSpPr/>
              <p:nvPr/>
            </p:nvSpPr>
            <p:spPr>
              <a:xfrm>
                <a:off x="492908" y="4510732"/>
                <a:ext cx="359245" cy="316910"/>
              </a:xfrm>
              <a:custGeom>
                <a:rect b="b" l="l" r="r" t="t"/>
                <a:pathLst>
                  <a:path extrusionOk="0" h="5517" w="6254">
                    <a:moveTo>
                      <a:pt x="1606" y="0"/>
                    </a:moveTo>
                    <a:cubicBezTo>
                      <a:pt x="1575" y="0"/>
                      <a:pt x="1544" y="1"/>
                      <a:pt x="1513" y="3"/>
                    </a:cubicBezTo>
                    <a:cubicBezTo>
                      <a:pt x="703" y="49"/>
                      <a:pt x="50" y="713"/>
                      <a:pt x="16" y="1523"/>
                    </a:cubicBezTo>
                    <a:cubicBezTo>
                      <a:pt x="0" y="1925"/>
                      <a:pt x="134" y="2295"/>
                      <a:pt x="365" y="2583"/>
                    </a:cubicBezTo>
                    <a:cubicBezTo>
                      <a:pt x="408" y="2636"/>
                      <a:pt x="454" y="2687"/>
                      <a:pt x="503" y="2734"/>
                    </a:cubicBezTo>
                    <a:cubicBezTo>
                      <a:pt x="988" y="3262"/>
                      <a:pt x="2610" y="5019"/>
                      <a:pt x="3029" y="5473"/>
                    </a:cubicBezTo>
                    <a:cubicBezTo>
                      <a:pt x="3055" y="5502"/>
                      <a:pt x="3091" y="5516"/>
                      <a:pt x="3127" y="5516"/>
                    </a:cubicBezTo>
                    <a:cubicBezTo>
                      <a:pt x="3164" y="5516"/>
                      <a:pt x="3200" y="5502"/>
                      <a:pt x="3227" y="5473"/>
                    </a:cubicBezTo>
                    <a:lnTo>
                      <a:pt x="5744" y="2741"/>
                    </a:lnTo>
                    <a:cubicBezTo>
                      <a:pt x="5796" y="2693"/>
                      <a:pt x="5844" y="2639"/>
                      <a:pt x="5889" y="2584"/>
                    </a:cubicBezTo>
                    <a:lnTo>
                      <a:pt x="5890" y="2583"/>
                    </a:lnTo>
                    <a:cubicBezTo>
                      <a:pt x="6121" y="2295"/>
                      <a:pt x="6254" y="1925"/>
                      <a:pt x="6237" y="1523"/>
                    </a:cubicBezTo>
                    <a:cubicBezTo>
                      <a:pt x="6204" y="713"/>
                      <a:pt x="5551" y="49"/>
                      <a:pt x="4742" y="3"/>
                    </a:cubicBezTo>
                    <a:cubicBezTo>
                      <a:pt x="4711" y="1"/>
                      <a:pt x="4680" y="0"/>
                      <a:pt x="4649" y="0"/>
                    </a:cubicBezTo>
                    <a:cubicBezTo>
                      <a:pt x="3930" y="0"/>
                      <a:pt x="3324" y="478"/>
                      <a:pt x="3127" y="1134"/>
                    </a:cubicBezTo>
                    <a:cubicBezTo>
                      <a:pt x="2931" y="478"/>
                      <a:pt x="2324" y="0"/>
                      <a:pt x="160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96" name="Google Shape;496;p57"/>
          <p:cNvSpPr/>
          <p:nvPr/>
        </p:nvSpPr>
        <p:spPr>
          <a:xfrm>
            <a:off x="1461932" y="2590950"/>
            <a:ext cx="243524" cy="201127"/>
          </a:xfrm>
          <a:custGeom>
            <a:rect b="b" l="l" r="r" t="t"/>
            <a:pathLst>
              <a:path extrusionOk="0" h="3898" w="4719">
                <a:moveTo>
                  <a:pt x="1222" y="0"/>
                </a:moveTo>
                <a:cubicBezTo>
                  <a:pt x="1192" y="0"/>
                  <a:pt x="1163" y="2"/>
                  <a:pt x="1133" y="4"/>
                </a:cubicBezTo>
                <a:cubicBezTo>
                  <a:pt x="568" y="44"/>
                  <a:pt x="101" y="490"/>
                  <a:pt x="38" y="1053"/>
                </a:cubicBezTo>
                <a:cubicBezTo>
                  <a:pt x="0" y="1387"/>
                  <a:pt x="102" y="1698"/>
                  <a:pt x="292" y="1934"/>
                </a:cubicBezTo>
                <a:cubicBezTo>
                  <a:pt x="324" y="1973"/>
                  <a:pt x="358" y="2011"/>
                  <a:pt x="395" y="2046"/>
                </a:cubicBezTo>
                <a:cubicBezTo>
                  <a:pt x="671" y="2346"/>
                  <a:pt x="1437" y="3177"/>
                  <a:pt x="1927" y="3708"/>
                </a:cubicBezTo>
                <a:cubicBezTo>
                  <a:pt x="2043" y="3835"/>
                  <a:pt x="2201" y="3898"/>
                  <a:pt x="2360" y="3898"/>
                </a:cubicBezTo>
                <a:cubicBezTo>
                  <a:pt x="2518" y="3898"/>
                  <a:pt x="2676" y="3835"/>
                  <a:pt x="2792" y="3708"/>
                </a:cubicBezTo>
                <a:lnTo>
                  <a:pt x="4319" y="2052"/>
                </a:lnTo>
                <a:cubicBezTo>
                  <a:pt x="4357" y="2015"/>
                  <a:pt x="4394" y="1976"/>
                  <a:pt x="4427" y="1934"/>
                </a:cubicBezTo>
                <a:lnTo>
                  <a:pt x="4428" y="1934"/>
                </a:lnTo>
                <a:cubicBezTo>
                  <a:pt x="4617" y="1698"/>
                  <a:pt x="4719" y="1387"/>
                  <a:pt x="4682" y="1053"/>
                </a:cubicBezTo>
                <a:cubicBezTo>
                  <a:pt x="4619" y="490"/>
                  <a:pt x="4152" y="44"/>
                  <a:pt x="3587" y="4"/>
                </a:cubicBezTo>
                <a:cubicBezTo>
                  <a:pt x="3557" y="2"/>
                  <a:pt x="3528" y="0"/>
                  <a:pt x="3498" y="0"/>
                </a:cubicBezTo>
                <a:cubicBezTo>
                  <a:pt x="2960" y="0"/>
                  <a:pt x="2507" y="359"/>
                  <a:pt x="2360" y="848"/>
                </a:cubicBezTo>
                <a:cubicBezTo>
                  <a:pt x="2213" y="359"/>
                  <a:pt x="1759" y="0"/>
                  <a:pt x="12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7"/>
          <p:cNvSpPr/>
          <p:nvPr/>
        </p:nvSpPr>
        <p:spPr>
          <a:xfrm>
            <a:off x="8202251" y="2397871"/>
            <a:ext cx="167992" cy="154483"/>
          </a:xfrm>
          <a:custGeom>
            <a:rect b="b" l="l" r="r" t="t"/>
            <a:pathLst>
              <a:path extrusionOk="0" h="7995" w="8693">
                <a:moveTo>
                  <a:pt x="4346" y="0"/>
                </a:moveTo>
                <a:cubicBezTo>
                  <a:pt x="4155" y="0"/>
                  <a:pt x="3964" y="107"/>
                  <a:pt x="3885" y="320"/>
                </a:cubicBezTo>
                <a:lnTo>
                  <a:pt x="3138" y="2316"/>
                </a:lnTo>
                <a:cubicBezTo>
                  <a:pt x="3089" y="2449"/>
                  <a:pt x="2966" y="2540"/>
                  <a:pt x="2824" y="2549"/>
                </a:cubicBezTo>
                <a:lnTo>
                  <a:pt x="634" y="2677"/>
                </a:lnTo>
                <a:cubicBezTo>
                  <a:pt x="176" y="2704"/>
                  <a:pt x="0" y="3287"/>
                  <a:pt x="366" y="3563"/>
                </a:cubicBezTo>
                <a:lnTo>
                  <a:pt x="2064" y="4840"/>
                </a:lnTo>
                <a:cubicBezTo>
                  <a:pt x="2183" y="4929"/>
                  <a:pt x="2234" y="5081"/>
                  <a:pt x="2194" y="5223"/>
                </a:cubicBezTo>
                <a:lnTo>
                  <a:pt x="1595" y="7367"/>
                </a:lnTo>
                <a:cubicBezTo>
                  <a:pt x="1500" y="7707"/>
                  <a:pt x="1769" y="7994"/>
                  <a:pt x="2071" y="7994"/>
                </a:cubicBezTo>
                <a:cubicBezTo>
                  <a:pt x="2165" y="7994"/>
                  <a:pt x="2262" y="7966"/>
                  <a:pt x="2352" y="7903"/>
                </a:cubicBezTo>
                <a:lnTo>
                  <a:pt x="4141" y="6647"/>
                </a:lnTo>
                <a:cubicBezTo>
                  <a:pt x="4202" y="6604"/>
                  <a:pt x="4274" y="6582"/>
                  <a:pt x="4346" y="6582"/>
                </a:cubicBezTo>
                <a:cubicBezTo>
                  <a:pt x="4418" y="6582"/>
                  <a:pt x="4490" y="6604"/>
                  <a:pt x="4551" y="6647"/>
                </a:cubicBezTo>
                <a:lnTo>
                  <a:pt x="6339" y="7903"/>
                </a:lnTo>
                <a:cubicBezTo>
                  <a:pt x="6430" y="7966"/>
                  <a:pt x="6527" y="7994"/>
                  <a:pt x="6622" y="7994"/>
                </a:cubicBezTo>
                <a:cubicBezTo>
                  <a:pt x="6923" y="7994"/>
                  <a:pt x="7192" y="7707"/>
                  <a:pt x="7097" y="7367"/>
                </a:cubicBezTo>
                <a:lnTo>
                  <a:pt x="6498" y="5223"/>
                </a:lnTo>
                <a:cubicBezTo>
                  <a:pt x="6459" y="5081"/>
                  <a:pt x="6510" y="4929"/>
                  <a:pt x="6627" y="4840"/>
                </a:cubicBezTo>
                <a:lnTo>
                  <a:pt x="8326" y="3563"/>
                </a:lnTo>
                <a:cubicBezTo>
                  <a:pt x="8692" y="3287"/>
                  <a:pt x="8517" y="2704"/>
                  <a:pt x="8059" y="2677"/>
                </a:cubicBezTo>
                <a:lnTo>
                  <a:pt x="5867" y="2549"/>
                </a:lnTo>
                <a:cubicBezTo>
                  <a:pt x="5726" y="2540"/>
                  <a:pt x="5603" y="2449"/>
                  <a:pt x="5554" y="2316"/>
                </a:cubicBezTo>
                <a:lnTo>
                  <a:pt x="4807" y="320"/>
                </a:lnTo>
                <a:cubicBezTo>
                  <a:pt x="4727" y="107"/>
                  <a:pt x="4537" y="0"/>
                  <a:pt x="4346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8" name="Google Shape;498;p57" title="Screenshot 2025-10-10 at 12.22.4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0650" y="2280200"/>
            <a:ext cx="5450175" cy="2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57"/>
          <p:cNvSpPr txBox="1"/>
          <p:nvPr>
            <p:ph type="title"/>
          </p:nvPr>
        </p:nvSpPr>
        <p:spPr>
          <a:xfrm>
            <a:off x="2347938" y="17816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cial Media Report by Slidesgo">
  <a:themeElements>
    <a:clrScheme name="Simple Light">
      <a:dk1>
        <a:srgbClr val="EDE8E2"/>
      </a:dk1>
      <a:lt1>
        <a:srgbClr val="FFFFFF"/>
      </a:lt1>
      <a:dk2>
        <a:srgbClr val="172447"/>
      </a:dk2>
      <a:lt2>
        <a:srgbClr val="434343"/>
      </a:lt2>
      <a:accent1>
        <a:srgbClr val="6DB4B0"/>
      </a:accent1>
      <a:accent2>
        <a:srgbClr val="326A8B"/>
      </a:accent2>
      <a:accent3>
        <a:srgbClr val="33677C"/>
      </a:accent3>
      <a:accent4>
        <a:srgbClr val="DC754A"/>
      </a:accent4>
      <a:accent5>
        <a:srgbClr val="FFB650"/>
      </a:accent5>
      <a:accent6>
        <a:srgbClr val="D14835"/>
      </a:accent6>
      <a:hlink>
        <a:srgbClr val="D1483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