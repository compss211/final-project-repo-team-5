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6858000" cy="9144000"/>
  <p:embeddedFontLst>
    <p:embeddedFont>
      <p:font typeface="Golos Text" panose="020B0503020202020204"/>
      <p:regular r:id="rId26"/>
    </p:embeddedFont>
    <p:embeddedFont>
      <p:font typeface="DM Sans"/>
      <p:regular r:id="rId27"/>
    </p:embeddedFont>
    <p:embeddedFont>
      <p:font typeface="PT Sans" panose="020B0503020203020204"/>
      <p:regular r:id="rId28"/>
    </p:embeddedFont>
    <p:embeddedFont>
      <p:font typeface="Manrope"/>
      <p:regular r:id="rId29"/>
    </p:embeddedFont>
    <p:embeddedFont>
      <p:font typeface="Anton"/>
      <p:regular r:id="rId30"/>
    </p:embeddedFont>
    <p:embeddedFont>
      <p:font typeface="Manrope ExtraBold"/>
      <p:bold r:id="rId31"/>
    </p:embeddedFont>
    <p:embeddedFont>
      <p:font typeface="Manrope Light"/>
      <p:regular r:id="rId32"/>
    </p:embeddedFont>
    <p:embeddedFont>
      <p:font typeface="Manrope Medium"/>
      <p:regular r:id="rId33"/>
    </p:embeddedFont>
  </p:embeddedFontLst>
  <p:custDataLst>
    <p:tags r:id="rId3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1.xml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11fd100d434_1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11fd100d434_1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ab7b84b7b1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ab7b84b7b1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ab7b84b7b1_0_10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ab7b84b7b1_0_10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9a2dc8a65d_1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39a2dc8a65d_1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a82121be6d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3a82121be6d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ab7b84b7b1_0_17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3ab7b84b7b1_0_17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3ab7b84b7b1_0_17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3ab7b84b7b1_0_17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9a2dc8a65d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9a2dc8a65d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ab7b84b7b1_0_177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ab7b84b7b1_0_177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ab7b84b7b1_0_17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ab7b84b7b1_0_17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ab7b84b7b1_0_17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3ab7b84b7b1_0_17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ab7b84b7b1_0_17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3ab7b84b7b1_0_17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a82121be6d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a82121be6d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3ab76f78586_0_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3ab76f78586_0_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ab76f78586_0_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6" name="Google Shape;1496;g3ab76f78586_0_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ab76f78586_0_3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3ab76f78586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39a2dc8a65d_1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39a2dc8a65d_1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annie</a:t>
            </a:r>
            <a:endParaRPr lang="en-GB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38b26151798_5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38b26151798_5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isabella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296082" y="441300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/>
          <p:nvPr/>
        </p:nvSpPr>
        <p:spPr>
          <a:xfrm>
            <a:off x="2796926" y="181671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8638545" y="360825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720000" y="2507700"/>
            <a:ext cx="4281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type="title" idx="2" hasCustomPrompt="1"/>
          </p:nvPr>
        </p:nvSpPr>
        <p:spPr>
          <a:xfrm>
            <a:off x="720000" y="1153075"/>
            <a:ext cx="1353000" cy="13461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720000" y="3412825"/>
            <a:ext cx="4281000" cy="417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1491251" y="374896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3"/>
          <p:cNvSpPr/>
          <p:nvPr/>
        </p:nvSpPr>
        <p:spPr>
          <a:xfrm>
            <a:off x="4757470" y="45791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body" idx="1"/>
          </p:nvPr>
        </p:nvSpPr>
        <p:spPr>
          <a:xfrm>
            <a:off x="720000" y="1063351"/>
            <a:ext cx="7704000" cy="3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8702800" y="3766800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4"/>
          <p:cNvSpPr/>
          <p:nvPr/>
        </p:nvSpPr>
        <p:spPr>
          <a:xfrm>
            <a:off x="5115120" y="114288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4"/>
          <p:cNvSpPr/>
          <p:nvPr/>
        </p:nvSpPr>
        <p:spPr>
          <a:xfrm>
            <a:off x="224975" y="2095748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4"/>
          <p:cNvSpPr/>
          <p:nvPr/>
        </p:nvSpPr>
        <p:spPr>
          <a:xfrm>
            <a:off x="4305545" y="4679738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subTitle" idx="1"/>
          </p:nvPr>
        </p:nvSpPr>
        <p:spPr>
          <a:xfrm>
            <a:off x="5044057" y="3586025"/>
            <a:ext cx="2528100" cy="6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subTitle" idx="2"/>
          </p:nvPr>
        </p:nvSpPr>
        <p:spPr>
          <a:xfrm>
            <a:off x="1571843" y="3585925"/>
            <a:ext cx="2528100" cy="6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subTitle" idx="3"/>
          </p:nvPr>
        </p:nvSpPr>
        <p:spPr>
          <a:xfrm>
            <a:off x="5044057" y="3341575"/>
            <a:ext cx="2528100" cy="3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type="subTitle" idx="4"/>
          </p:nvPr>
        </p:nvSpPr>
        <p:spPr>
          <a:xfrm>
            <a:off x="1571843" y="3341475"/>
            <a:ext cx="2528100" cy="3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5130912" y="2905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5"/>
          <p:cNvSpPr/>
          <p:nvPr/>
        </p:nvSpPr>
        <p:spPr>
          <a:xfrm>
            <a:off x="2899850" y="473126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/>
        </p:nvSpPr>
        <p:spPr>
          <a:xfrm>
            <a:off x="3968725" y="133452"/>
            <a:ext cx="243534" cy="223980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6"/>
          <p:cNvSpPr/>
          <p:nvPr/>
        </p:nvSpPr>
        <p:spPr>
          <a:xfrm>
            <a:off x="8635320" y="420470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subTitle" idx="1"/>
          </p:nvPr>
        </p:nvSpPr>
        <p:spPr>
          <a:xfrm>
            <a:off x="720000" y="157652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3090620" y="472595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" name="Google Shape;43;p7"/>
          <p:cNvSpPr/>
          <p:nvPr/>
        </p:nvSpPr>
        <p:spPr>
          <a:xfrm>
            <a:off x="7689613" y="173348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048125" y="1307100"/>
            <a:ext cx="69864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8669725" y="3180325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8"/>
          <p:cNvSpPr/>
          <p:nvPr/>
        </p:nvSpPr>
        <p:spPr>
          <a:xfrm>
            <a:off x="364638" y="306583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8"/>
          <p:cNvSpPr/>
          <p:nvPr/>
        </p:nvSpPr>
        <p:spPr>
          <a:xfrm>
            <a:off x="4450232" y="20347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type="pic" idx="2"/>
          </p:nvPr>
        </p:nvSpPr>
        <p:spPr>
          <a:xfrm>
            <a:off x="-6475" y="-6475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720000" y="4041425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 hasCustomPrompt="1"/>
          </p:nvPr>
        </p:nvSpPr>
        <p:spPr>
          <a:xfrm>
            <a:off x="725975" y="1719338"/>
            <a:ext cx="7692000" cy="11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type="subTitle" idx="1"/>
          </p:nvPr>
        </p:nvSpPr>
        <p:spPr>
          <a:xfrm>
            <a:off x="1284000" y="292706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773787" y="1777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11"/>
          <p:cNvSpPr/>
          <p:nvPr/>
        </p:nvSpPr>
        <p:spPr>
          <a:xfrm>
            <a:off x="5399875" y="481321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lt1"/>
        </a:solidFill>
        <a:effectLst/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type="subTitle" idx="1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type="subTitle" idx="2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type="subTitle" idx="3"/>
          </p:nvPr>
        </p:nvSpPr>
        <p:spPr>
          <a:xfrm>
            <a:off x="720000" y="3970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type="subTitle" idx="4"/>
          </p:nvPr>
        </p:nvSpPr>
        <p:spPr>
          <a:xfrm>
            <a:off x="3419269" y="3970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type="subTitle" idx="5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type="subTitle" idx="6"/>
          </p:nvPr>
        </p:nvSpPr>
        <p:spPr>
          <a:xfrm>
            <a:off x="6118545" y="3970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type="title" idx="7" hasCustomPrompt="1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type="title" idx="8" hasCustomPrompt="1"/>
          </p:nvPr>
        </p:nvSpPr>
        <p:spPr>
          <a:xfrm>
            <a:off x="1505400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type="title" idx="9" hasCustomPrompt="1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type="title" idx="13" hasCustomPrompt="1"/>
          </p:nvPr>
        </p:nvSpPr>
        <p:spPr>
          <a:xfrm>
            <a:off x="4204669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type="title" idx="14" hasCustomPrompt="1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type="title" idx="15" hasCustomPrompt="1"/>
          </p:nvPr>
        </p:nvSpPr>
        <p:spPr>
          <a:xfrm>
            <a:off x="6903945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type="subTitle" idx="16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subTitle" idx="17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type="subTitle" idx="18"/>
          </p:nvPr>
        </p:nvSpPr>
        <p:spPr>
          <a:xfrm>
            <a:off x="720000" y="3589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type="subTitle" idx="19"/>
          </p:nvPr>
        </p:nvSpPr>
        <p:spPr>
          <a:xfrm>
            <a:off x="3419269" y="3589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type="subTitle" idx="20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type="subTitle" idx="21"/>
          </p:nvPr>
        </p:nvSpPr>
        <p:spPr>
          <a:xfrm>
            <a:off x="6118545" y="3589571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81" name="Google Shape;81;p13"/>
          <p:cNvSpPr/>
          <p:nvPr/>
        </p:nvSpPr>
        <p:spPr>
          <a:xfrm>
            <a:off x="3482525" y="4739200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3"/>
          <p:cNvSpPr/>
          <p:nvPr/>
        </p:nvSpPr>
        <p:spPr>
          <a:xfrm>
            <a:off x="268095" y="3186588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13"/>
          <p:cNvSpPr/>
          <p:nvPr/>
        </p:nvSpPr>
        <p:spPr>
          <a:xfrm>
            <a:off x="5438825" y="169748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13"/>
          <p:cNvSpPr/>
          <p:nvPr/>
        </p:nvSpPr>
        <p:spPr>
          <a:xfrm>
            <a:off x="8668570" y="376945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3849625" y="3158600"/>
            <a:ext cx="45684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4"/>
          <p:cNvSpPr txBox="1"/>
          <p:nvPr>
            <p:ph type="subTitle" idx="1"/>
          </p:nvPr>
        </p:nvSpPr>
        <p:spPr>
          <a:xfrm>
            <a:off x="1407325" y="1569625"/>
            <a:ext cx="70107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4517825" y="224725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14"/>
          <p:cNvSpPr/>
          <p:nvPr/>
        </p:nvSpPr>
        <p:spPr>
          <a:xfrm>
            <a:off x="7382588" y="47584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364798" y="246235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type="title" idx="2" hasCustomPrompt="1"/>
          </p:nvPr>
        </p:nvSpPr>
        <p:spPr>
          <a:xfrm>
            <a:off x="7138701" y="1166025"/>
            <a:ext cx="1293600" cy="1287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/>
          <p:nvPr>
            <p:ph type="subTitle" idx="1"/>
          </p:nvPr>
        </p:nvSpPr>
        <p:spPr>
          <a:xfrm>
            <a:off x="4184750" y="3443675"/>
            <a:ext cx="4247700" cy="417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4" name="Google Shape;94;p15"/>
          <p:cNvSpPr/>
          <p:nvPr/>
        </p:nvSpPr>
        <p:spPr>
          <a:xfrm>
            <a:off x="1612457" y="28437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15"/>
          <p:cNvSpPr/>
          <p:nvPr/>
        </p:nvSpPr>
        <p:spPr>
          <a:xfrm>
            <a:off x="6504020" y="479257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1072050" y="2583900"/>
            <a:ext cx="6999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6"/>
          <p:cNvSpPr txBox="1"/>
          <p:nvPr>
            <p:ph type="title" idx="2" hasCustomPrompt="1"/>
          </p:nvPr>
        </p:nvSpPr>
        <p:spPr>
          <a:xfrm>
            <a:off x="3894300" y="1172475"/>
            <a:ext cx="1355400" cy="1326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6"/>
          <p:cNvSpPr txBox="1"/>
          <p:nvPr>
            <p:ph type="subTitle" idx="1"/>
          </p:nvPr>
        </p:nvSpPr>
        <p:spPr>
          <a:xfrm>
            <a:off x="2038200" y="3489025"/>
            <a:ext cx="50676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/>
          <p:nvPr/>
        </p:nvSpPr>
        <p:spPr>
          <a:xfrm>
            <a:off x="3434976" y="268621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16"/>
          <p:cNvSpPr/>
          <p:nvPr/>
        </p:nvSpPr>
        <p:spPr>
          <a:xfrm>
            <a:off x="5567595" y="467947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276450" y="1910700"/>
            <a:ext cx="4270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17"/>
          <p:cNvSpPr txBox="1"/>
          <p:nvPr>
            <p:ph type="title" idx="2" hasCustomPrompt="1"/>
          </p:nvPr>
        </p:nvSpPr>
        <p:spPr>
          <a:xfrm>
            <a:off x="1787925" y="1957052"/>
            <a:ext cx="1230600" cy="12294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/>
          <p:nvPr>
            <p:ph type="subTitle" idx="1"/>
          </p:nvPr>
        </p:nvSpPr>
        <p:spPr>
          <a:xfrm>
            <a:off x="3276450" y="2765537"/>
            <a:ext cx="42705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4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526400" y="1898850"/>
            <a:ext cx="4266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18"/>
          <p:cNvSpPr txBox="1"/>
          <p:nvPr>
            <p:ph type="title" idx="2" hasCustomPrompt="1"/>
          </p:nvPr>
        </p:nvSpPr>
        <p:spPr>
          <a:xfrm>
            <a:off x="6912454" y="1898853"/>
            <a:ext cx="1347000" cy="1345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/>
          <p:nvPr>
            <p:ph type="subTitle" idx="1"/>
          </p:nvPr>
        </p:nvSpPr>
        <p:spPr>
          <a:xfrm>
            <a:off x="2526400" y="2828675"/>
            <a:ext cx="42663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/>
          <p:nvPr/>
        </p:nvSpPr>
        <p:spPr>
          <a:xfrm>
            <a:off x="5762612" y="47686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18"/>
          <p:cNvSpPr/>
          <p:nvPr/>
        </p:nvSpPr>
        <p:spPr>
          <a:xfrm>
            <a:off x="8665100" y="3974463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8"/>
          <p:cNvSpPr/>
          <p:nvPr/>
        </p:nvSpPr>
        <p:spPr>
          <a:xfrm>
            <a:off x="2904801" y="213546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5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038200" y="250770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19"/>
          <p:cNvSpPr txBox="1"/>
          <p:nvPr>
            <p:ph type="title" idx="2" hasCustomPrompt="1"/>
          </p:nvPr>
        </p:nvSpPr>
        <p:spPr>
          <a:xfrm>
            <a:off x="3927300" y="1211025"/>
            <a:ext cx="1289400" cy="1288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9"/>
          <p:cNvSpPr txBox="1"/>
          <p:nvPr>
            <p:ph type="subTitle" idx="1"/>
          </p:nvPr>
        </p:nvSpPr>
        <p:spPr>
          <a:xfrm>
            <a:off x="2038200" y="3394927"/>
            <a:ext cx="5067600" cy="4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/>
          <p:nvPr/>
        </p:nvSpPr>
        <p:spPr>
          <a:xfrm>
            <a:off x="4352162" y="477272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8" name="Google Shape;118;p19"/>
          <p:cNvSpPr/>
          <p:nvPr/>
        </p:nvSpPr>
        <p:spPr>
          <a:xfrm>
            <a:off x="4131375" y="24406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subTitle" idx="1"/>
          </p:nvPr>
        </p:nvSpPr>
        <p:spPr>
          <a:xfrm>
            <a:off x="4955006" y="3032630"/>
            <a:ext cx="2733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p20"/>
          <p:cNvSpPr txBox="1"/>
          <p:nvPr>
            <p:ph type="subTitle" idx="2"/>
          </p:nvPr>
        </p:nvSpPr>
        <p:spPr>
          <a:xfrm>
            <a:off x="1455400" y="3032630"/>
            <a:ext cx="27336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3" name="Google Shape;123;p20"/>
          <p:cNvSpPr txBox="1"/>
          <p:nvPr>
            <p:ph type="subTitle" idx="3"/>
          </p:nvPr>
        </p:nvSpPr>
        <p:spPr>
          <a:xfrm>
            <a:off x="4955008" y="2562825"/>
            <a:ext cx="273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type="subTitle" idx="4"/>
          </p:nvPr>
        </p:nvSpPr>
        <p:spPr>
          <a:xfrm>
            <a:off x="1455400" y="2562825"/>
            <a:ext cx="2733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25" name="Google Shape;125;p20"/>
          <p:cNvSpPr/>
          <p:nvPr/>
        </p:nvSpPr>
        <p:spPr>
          <a:xfrm>
            <a:off x="245450" y="1760100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20"/>
          <p:cNvSpPr/>
          <p:nvPr/>
        </p:nvSpPr>
        <p:spPr>
          <a:xfrm>
            <a:off x="8582524" y="2737613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type="subTitle" idx="1"/>
          </p:nvPr>
        </p:nvSpPr>
        <p:spPr>
          <a:xfrm>
            <a:off x="831850" y="30273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type="subTitle" idx="2"/>
          </p:nvPr>
        </p:nvSpPr>
        <p:spPr>
          <a:xfrm>
            <a:off x="3452700" y="30273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type="subTitle" idx="3"/>
          </p:nvPr>
        </p:nvSpPr>
        <p:spPr>
          <a:xfrm>
            <a:off x="6073556" y="30273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type="subTitle" idx="4"/>
          </p:nvPr>
        </p:nvSpPr>
        <p:spPr>
          <a:xfrm>
            <a:off x="831850" y="2704325"/>
            <a:ext cx="22386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type="subTitle" idx="5"/>
          </p:nvPr>
        </p:nvSpPr>
        <p:spPr>
          <a:xfrm>
            <a:off x="3452700" y="2704325"/>
            <a:ext cx="22386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type="subTitle" idx="6"/>
          </p:nvPr>
        </p:nvSpPr>
        <p:spPr>
          <a:xfrm>
            <a:off x="6073557" y="2704325"/>
            <a:ext cx="2238600" cy="43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35" name="Google Shape;135;p21"/>
          <p:cNvSpPr/>
          <p:nvPr/>
        </p:nvSpPr>
        <p:spPr>
          <a:xfrm>
            <a:off x="8587650" y="927325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21"/>
          <p:cNvSpPr/>
          <p:nvPr/>
        </p:nvSpPr>
        <p:spPr>
          <a:xfrm>
            <a:off x="209945" y="21383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type="subTitle" idx="1"/>
          </p:nvPr>
        </p:nvSpPr>
        <p:spPr>
          <a:xfrm>
            <a:off x="2332149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type="subTitle" idx="2"/>
          </p:nvPr>
        </p:nvSpPr>
        <p:spPr>
          <a:xfrm>
            <a:off x="5715053" y="20523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type="subTitle" idx="3"/>
          </p:nvPr>
        </p:nvSpPr>
        <p:spPr>
          <a:xfrm>
            <a:off x="2332149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type="subTitle" idx="4"/>
          </p:nvPr>
        </p:nvSpPr>
        <p:spPr>
          <a:xfrm>
            <a:off x="5715053" y="34857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type="subTitle" idx="5"/>
          </p:nvPr>
        </p:nvSpPr>
        <p:spPr>
          <a:xfrm>
            <a:off x="2332149" y="17454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type="subTitle" idx="6"/>
          </p:nvPr>
        </p:nvSpPr>
        <p:spPr>
          <a:xfrm>
            <a:off x="5715051" y="174547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type="subTitle" idx="7"/>
          </p:nvPr>
        </p:nvSpPr>
        <p:spPr>
          <a:xfrm>
            <a:off x="2332149" y="31788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type="subTitle" idx="8"/>
          </p:nvPr>
        </p:nvSpPr>
        <p:spPr>
          <a:xfrm>
            <a:off x="5715051" y="3178825"/>
            <a:ext cx="19782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47" name="Google Shape;147;p22"/>
          <p:cNvSpPr/>
          <p:nvPr/>
        </p:nvSpPr>
        <p:spPr>
          <a:xfrm>
            <a:off x="8530312" y="614688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2"/>
          <p:cNvSpPr/>
          <p:nvPr/>
        </p:nvSpPr>
        <p:spPr>
          <a:xfrm>
            <a:off x="388900" y="45368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9" name="Google Shape;149;p22"/>
          <p:cNvGrpSpPr/>
          <p:nvPr/>
        </p:nvGrpSpPr>
        <p:grpSpPr>
          <a:xfrm>
            <a:off x="125335" y="1345797"/>
            <a:ext cx="600650" cy="572729"/>
            <a:chOff x="2251000" y="4394332"/>
            <a:chExt cx="676103" cy="644674"/>
          </a:xfrm>
        </p:grpSpPr>
        <p:sp>
          <p:nvSpPr>
            <p:cNvPr id="150" name="Google Shape;150;p22"/>
            <p:cNvSpPr/>
            <p:nvPr/>
          </p:nvSpPr>
          <p:spPr>
            <a:xfrm>
              <a:off x="2251000" y="4394337"/>
              <a:ext cx="676102" cy="644669"/>
            </a:xfrm>
            <a:custGeom>
              <a:avLst/>
              <a:gdLst/>
              <a:ahLst/>
              <a:cxnLst/>
              <a:rect l="l" t="t" r="r" b="b"/>
              <a:pathLst>
                <a:path w="7098" h="6768" extrusionOk="0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1" name="Google Shape;151;p22"/>
            <p:cNvGrpSpPr/>
            <p:nvPr/>
          </p:nvGrpSpPr>
          <p:grpSpPr>
            <a:xfrm>
              <a:off x="2251000" y="4394332"/>
              <a:ext cx="676102" cy="644669"/>
              <a:chOff x="253200" y="4388432"/>
              <a:chExt cx="676102" cy="644669"/>
            </a:xfrm>
          </p:grpSpPr>
          <p:sp>
            <p:nvSpPr>
              <p:cNvPr id="152" name="Google Shape;152;p22"/>
              <p:cNvSpPr/>
              <p:nvPr/>
            </p:nvSpPr>
            <p:spPr>
              <a:xfrm>
                <a:off x="253200" y="4388432"/>
                <a:ext cx="676102" cy="644669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6768" extrusionOk="0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" name="Google Shape;153;p22"/>
              <p:cNvSpPr/>
              <p:nvPr/>
            </p:nvSpPr>
            <p:spPr>
              <a:xfrm>
                <a:off x="403221" y="4487778"/>
                <a:ext cx="407490" cy="387582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4069" extrusionOk="0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type="subTitle" idx="1"/>
          </p:nvPr>
        </p:nvSpPr>
        <p:spPr>
          <a:xfrm>
            <a:off x="857050" y="2345579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type="subTitle" idx="2"/>
          </p:nvPr>
        </p:nvSpPr>
        <p:spPr>
          <a:xfrm>
            <a:off x="3509093" y="2345579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type="subTitle" idx="3"/>
          </p:nvPr>
        </p:nvSpPr>
        <p:spPr>
          <a:xfrm>
            <a:off x="857050" y="4083775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type="subTitle" idx="4"/>
          </p:nvPr>
        </p:nvSpPr>
        <p:spPr>
          <a:xfrm>
            <a:off x="3509093" y="4083775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type="subTitle" idx="5"/>
          </p:nvPr>
        </p:nvSpPr>
        <p:spPr>
          <a:xfrm>
            <a:off x="6161142" y="2345579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type="subTitle" idx="6"/>
          </p:nvPr>
        </p:nvSpPr>
        <p:spPr>
          <a:xfrm>
            <a:off x="6161142" y="4083775"/>
            <a:ext cx="21258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type="subTitle" idx="7"/>
          </p:nvPr>
        </p:nvSpPr>
        <p:spPr>
          <a:xfrm>
            <a:off x="857050" y="2165550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type="subTitle" idx="8"/>
          </p:nvPr>
        </p:nvSpPr>
        <p:spPr>
          <a:xfrm>
            <a:off x="3509092" y="2165550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type="subTitle" idx="9"/>
          </p:nvPr>
        </p:nvSpPr>
        <p:spPr>
          <a:xfrm>
            <a:off x="857050" y="3903745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type="subTitle" idx="13"/>
          </p:nvPr>
        </p:nvSpPr>
        <p:spPr>
          <a:xfrm>
            <a:off x="3509092" y="3903745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type="subTitle" idx="14"/>
          </p:nvPr>
        </p:nvSpPr>
        <p:spPr>
          <a:xfrm>
            <a:off x="6161141" y="2165550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type="subTitle" idx="15"/>
          </p:nvPr>
        </p:nvSpPr>
        <p:spPr>
          <a:xfrm>
            <a:off x="6161141" y="3903745"/>
            <a:ext cx="2125800" cy="37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68" name="Google Shape;168;p23"/>
          <p:cNvSpPr/>
          <p:nvPr/>
        </p:nvSpPr>
        <p:spPr>
          <a:xfrm>
            <a:off x="322462" y="2165538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9" name="Google Shape;169;p23"/>
          <p:cNvSpPr/>
          <p:nvPr/>
        </p:nvSpPr>
        <p:spPr>
          <a:xfrm>
            <a:off x="8737475" y="39292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0" name="Google Shape;170;p23"/>
          <p:cNvGrpSpPr/>
          <p:nvPr/>
        </p:nvGrpSpPr>
        <p:grpSpPr>
          <a:xfrm>
            <a:off x="222276" y="3400144"/>
            <a:ext cx="503709" cy="503608"/>
            <a:chOff x="7955951" y="4362269"/>
            <a:chExt cx="503709" cy="503608"/>
          </a:xfrm>
        </p:grpSpPr>
        <p:sp>
          <p:nvSpPr>
            <p:cNvPr id="171" name="Google Shape;171;p23"/>
            <p:cNvSpPr/>
            <p:nvPr/>
          </p:nvSpPr>
          <p:spPr>
            <a:xfrm>
              <a:off x="7955951" y="4362275"/>
              <a:ext cx="503697" cy="503599"/>
            </a:xfrm>
            <a:custGeom>
              <a:avLst/>
              <a:gdLst/>
              <a:ahLst/>
              <a:cxnLst/>
              <a:rect l="l" t="t" r="r" b="b"/>
              <a:pathLst>
                <a:path w="5157" h="5156" extrusionOk="0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2" name="Google Shape;172;p23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173" name="Google Shape;173;p23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5156" extrusionOk="0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4" name="Google Shape;174;p23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50" h="2758" extrusionOk="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49" h="2758" extrusionOk="0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6" name="Google Shape;176;p23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463" extrusionOk="0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177;p23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464" extrusionOk="0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 hasCustomPrompt="1"/>
          </p:nvPr>
        </p:nvSpPr>
        <p:spPr>
          <a:xfrm>
            <a:off x="725972" y="708325"/>
            <a:ext cx="2954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0" name="Google Shape;180;p24"/>
          <p:cNvSpPr txBox="1"/>
          <p:nvPr>
            <p:ph type="subTitle" idx="1"/>
          </p:nvPr>
        </p:nvSpPr>
        <p:spPr>
          <a:xfrm>
            <a:off x="725972" y="1527311"/>
            <a:ext cx="2954400" cy="301200"/>
          </a:xfrm>
          <a:prstGeom prst="rect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type="title" idx="2" hasCustomPrompt="1"/>
          </p:nvPr>
        </p:nvSpPr>
        <p:spPr>
          <a:xfrm>
            <a:off x="3094800" y="2006723"/>
            <a:ext cx="2954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2" name="Google Shape;182;p24"/>
          <p:cNvSpPr txBox="1"/>
          <p:nvPr>
            <p:ph type="subTitle" idx="3"/>
          </p:nvPr>
        </p:nvSpPr>
        <p:spPr>
          <a:xfrm>
            <a:off x="3094800" y="2828461"/>
            <a:ext cx="2954400" cy="301200"/>
          </a:xfrm>
          <a:prstGeom prst="rect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type="title" idx="4" hasCustomPrompt="1"/>
          </p:nvPr>
        </p:nvSpPr>
        <p:spPr>
          <a:xfrm>
            <a:off x="5463628" y="3310898"/>
            <a:ext cx="29544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4" name="Google Shape;184;p24"/>
          <p:cNvSpPr txBox="1"/>
          <p:nvPr>
            <p:ph type="subTitle" idx="5"/>
          </p:nvPr>
        </p:nvSpPr>
        <p:spPr>
          <a:xfrm>
            <a:off x="5463628" y="4133975"/>
            <a:ext cx="2954400" cy="301200"/>
          </a:xfrm>
          <a:prstGeom prst="rect">
            <a:avLst/>
          </a:prstGeom>
          <a:solidFill>
            <a:schemeClr val="accent5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 panose="020B0503020203020204"/>
              <a:buNone/>
              <a:defRPr sz="16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type="subTitle" idx="1"/>
          </p:nvPr>
        </p:nvSpPr>
        <p:spPr>
          <a:xfrm>
            <a:off x="831850" y="36369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type="subTitle" idx="2"/>
          </p:nvPr>
        </p:nvSpPr>
        <p:spPr>
          <a:xfrm>
            <a:off x="3452702" y="36369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type="subTitle" idx="3"/>
          </p:nvPr>
        </p:nvSpPr>
        <p:spPr>
          <a:xfrm>
            <a:off x="6073557" y="3636925"/>
            <a:ext cx="22386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5"/>
          <p:cNvSpPr txBox="1"/>
          <p:nvPr>
            <p:ph type="title" idx="4" hasCustomPrompt="1"/>
          </p:nvPr>
        </p:nvSpPr>
        <p:spPr>
          <a:xfrm>
            <a:off x="1474785" y="2873225"/>
            <a:ext cx="95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1" name="Google Shape;191;p25"/>
          <p:cNvSpPr txBox="1"/>
          <p:nvPr>
            <p:ph type="title" idx="5" hasCustomPrompt="1"/>
          </p:nvPr>
        </p:nvSpPr>
        <p:spPr>
          <a:xfrm>
            <a:off x="4095637" y="2873225"/>
            <a:ext cx="95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/>
          <p:nvPr>
            <p:ph type="title" idx="6" hasCustomPrompt="1"/>
          </p:nvPr>
        </p:nvSpPr>
        <p:spPr>
          <a:xfrm>
            <a:off x="6716492" y="2873225"/>
            <a:ext cx="95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3" name="Google Shape;193;p25"/>
          <p:cNvSpPr txBox="1"/>
          <p:nvPr>
            <p:ph type="subTitle" idx="7"/>
          </p:nvPr>
        </p:nvSpPr>
        <p:spPr>
          <a:xfrm>
            <a:off x="831850" y="3396450"/>
            <a:ext cx="22386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type="subTitle" idx="8"/>
          </p:nvPr>
        </p:nvSpPr>
        <p:spPr>
          <a:xfrm>
            <a:off x="3452702" y="3396450"/>
            <a:ext cx="22386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type="subTitle" idx="9"/>
          </p:nvPr>
        </p:nvSpPr>
        <p:spPr>
          <a:xfrm>
            <a:off x="6073557" y="3396450"/>
            <a:ext cx="2238600" cy="39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 panose="020B0503020202020204"/>
              <a:buNone/>
              <a:defRPr sz="24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196" name="Google Shape;196;p25"/>
          <p:cNvSpPr/>
          <p:nvPr/>
        </p:nvSpPr>
        <p:spPr>
          <a:xfrm>
            <a:off x="5195337" y="48597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25"/>
          <p:cNvSpPr/>
          <p:nvPr/>
        </p:nvSpPr>
        <p:spPr>
          <a:xfrm>
            <a:off x="7382950" y="14483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0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720000" y="1354375"/>
            <a:ext cx="37953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" name="Google Shape;200;p26"/>
          <p:cNvSpPr txBox="1"/>
          <p:nvPr>
            <p:ph type="subTitle" idx="1"/>
          </p:nvPr>
        </p:nvSpPr>
        <p:spPr>
          <a:xfrm>
            <a:off x="720000" y="2937500"/>
            <a:ext cx="3714300" cy="9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6"/>
          <p:cNvSpPr/>
          <p:nvPr>
            <p:ph type="pic" idx="2"/>
          </p:nvPr>
        </p:nvSpPr>
        <p:spPr>
          <a:xfrm>
            <a:off x="4752700" y="711850"/>
            <a:ext cx="3714300" cy="3714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2" name="Google Shape;202;p26"/>
          <p:cNvSpPr/>
          <p:nvPr/>
        </p:nvSpPr>
        <p:spPr>
          <a:xfrm>
            <a:off x="7736925" y="1691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3" name="Google Shape;203;p26"/>
          <p:cNvSpPr/>
          <p:nvPr/>
        </p:nvSpPr>
        <p:spPr>
          <a:xfrm>
            <a:off x="1317620" y="28627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957275" y="1422150"/>
            <a:ext cx="28881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type="subTitle" idx="1"/>
          </p:nvPr>
        </p:nvSpPr>
        <p:spPr>
          <a:xfrm>
            <a:off x="957275" y="2604450"/>
            <a:ext cx="2888100" cy="11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/>
          <p:nvPr/>
        </p:nvSpPr>
        <p:spPr>
          <a:xfrm>
            <a:off x="4258612" y="2622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8" name="Google Shape;208;p27"/>
          <p:cNvSpPr/>
          <p:nvPr/>
        </p:nvSpPr>
        <p:spPr>
          <a:xfrm>
            <a:off x="7074450" y="48245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238262" y="47378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28"/>
          <p:cNvSpPr/>
          <p:nvPr/>
        </p:nvSpPr>
        <p:spPr>
          <a:xfrm>
            <a:off x="8558275" y="97631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28"/>
          <p:cNvSpPr/>
          <p:nvPr/>
        </p:nvSpPr>
        <p:spPr>
          <a:xfrm>
            <a:off x="3034675" y="136950"/>
            <a:ext cx="253174" cy="209089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29"/>
          <p:cNvSpPr/>
          <p:nvPr/>
        </p:nvSpPr>
        <p:spPr>
          <a:xfrm>
            <a:off x="4954337" y="16952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29"/>
          <p:cNvSpPr/>
          <p:nvPr/>
        </p:nvSpPr>
        <p:spPr>
          <a:xfrm>
            <a:off x="366575" y="479256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2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" name="Google Shape;220;p30"/>
          <p:cNvSpPr/>
          <p:nvPr/>
        </p:nvSpPr>
        <p:spPr>
          <a:xfrm>
            <a:off x="179537" y="101772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30"/>
          <p:cNvSpPr/>
          <p:nvPr/>
        </p:nvSpPr>
        <p:spPr>
          <a:xfrm>
            <a:off x="8594775" y="476501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2" name="Google Shape;222;p30"/>
          <p:cNvGrpSpPr/>
          <p:nvPr/>
        </p:nvGrpSpPr>
        <p:grpSpPr>
          <a:xfrm>
            <a:off x="179513" y="4461500"/>
            <a:ext cx="637998" cy="572704"/>
            <a:chOff x="179513" y="4461500"/>
            <a:chExt cx="637998" cy="572704"/>
          </a:xfrm>
        </p:grpSpPr>
        <p:sp>
          <p:nvSpPr>
            <p:cNvPr id="223" name="Google Shape;223;p30"/>
            <p:cNvSpPr/>
            <p:nvPr/>
          </p:nvSpPr>
          <p:spPr>
            <a:xfrm flipH="1">
              <a:off x="179513" y="4461500"/>
              <a:ext cx="637997" cy="572704"/>
            </a:xfrm>
            <a:custGeom>
              <a:avLst/>
              <a:gdLst/>
              <a:ahLst/>
              <a:cxnLst/>
              <a:rect l="l" t="t" r="r" b="b"/>
              <a:pathLst>
                <a:path w="9488" h="8517" extrusionOk="0">
                  <a:moveTo>
                    <a:pt x="3211" y="1"/>
                  </a:moveTo>
                  <a:lnTo>
                    <a:pt x="2289" y="1793"/>
                  </a:lnTo>
                  <a:lnTo>
                    <a:pt x="1670" y="1793"/>
                  </a:lnTo>
                  <a:cubicBezTo>
                    <a:pt x="752" y="1793"/>
                    <a:pt x="1" y="2545"/>
                    <a:pt x="1" y="3462"/>
                  </a:cubicBezTo>
                  <a:lnTo>
                    <a:pt x="1" y="6847"/>
                  </a:lnTo>
                  <a:cubicBezTo>
                    <a:pt x="1" y="7765"/>
                    <a:pt x="752" y="8517"/>
                    <a:pt x="1670" y="8517"/>
                  </a:cubicBezTo>
                  <a:lnTo>
                    <a:pt x="7818" y="8517"/>
                  </a:lnTo>
                  <a:cubicBezTo>
                    <a:pt x="8736" y="8517"/>
                    <a:pt x="9487" y="7765"/>
                    <a:pt x="9487" y="6848"/>
                  </a:cubicBezTo>
                  <a:lnTo>
                    <a:pt x="9487" y="3462"/>
                  </a:lnTo>
                  <a:cubicBezTo>
                    <a:pt x="9487" y="2545"/>
                    <a:pt x="8736" y="1793"/>
                    <a:pt x="7818" y="1793"/>
                  </a:cubicBezTo>
                  <a:lnTo>
                    <a:pt x="4133" y="1793"/>
                  </a:lnTo>
                  <a:lnTo>
                    <a:pt x="3211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24" name="Google Shape;224;p30"/>
            <p:cNvGrpSpPr/>
            <p:nvPr/>
          </p:nvGrpSpPr>
          <p:grpSpPr>
            <a:xfrm>
              <a:off x="179513" y="4461500"/>
              <a:ext cx="637997" cy="572703"/>
              <a:chOff x="228300" y="4506675"/>
              <a:chExt cx="637997" cy="572703"/>
            </a:xfrm>
          </p:grpSpPr>
          <p:sp>
            <p:nvSpPr>
              <p:cNvPr id="225" name="Google Shape;225;p30"/>
              <p:cNvSpPr/>
              <p:nvPr/>
            </p:nvSpPr>
            <p:spPr>
              <a:xfrm>
                <a:off x="582144" y="4506675"/>
                <a:ext cx="141075" cy="207645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3088" extrusionOk="0">
                    <a:moveTo>
                      <a:pt x="1049" y="1"/>
                    </a:moveTo>
                    <a:lnTo>
                      <a:pt x="0" y="2040"/>
                    </a:lnTo>
                    <a:lnTo>
                      <a:pt x="1049" y="3088"/>
                    </a:lnTo>
                    <a:lnTo>
                      <a:pt x="2097" y="2040"/>
                    </a:lnTo>
                    <a:lnTo>
                      <a:pt x="104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228300" y="4627240"/>
                <a:ext cx="637997" cy="452139"/>
              </a:xfrm>
              <a:custGeom>
                <a:avLst/>
                <a:gdLst/>
                <a:ahLst/>
                <a:cxnLst/>
                <a:rect l="l" t="t" r="r" b="b"/>
                <a:pathLst>
                  <a:path w="9488" h="6724" extrusionOk="0">
                    <a:moveTo>
                      <a:pt x="1670" y="0"/>
                    </a:moveTo>
                    <a:cubicBezTo>
                      <a:pt x="751" y="0"/>
                      <a:pt x="1" y="752"/>
                      <a:pt x="1" y="1669"/>
                    </a:cubicBezTo>
                    <a:lnTo>
                      <a:pt x="1" y="5054"/>
                    </a:lnTo>
                    <a:cubicBezTo>
                      <a:pt x="1" y="5972"/>
                      <a:pt x="752" y="6724"/>
                      <a:pt x="1670" y="6724"/>
                    </a:cubicBezTo>
                    <a:lnTo>
                      <a:pt x="7818" y="6724"/>
                    </a:lnTo>
                    <a:cubicBezTo>
                      <a:pt x="8736" y="6724"/>
                      <a:pt x="9488" y="5972"/>
                      <a:pt x="9488" y="5055"/>
                    </a:cubicBezTo>
                    <a:lnTo>
                      <a:pt x="9488" y="1669"/>
                    </a:lnTo>
                    <a:cubicBezTo>
                      <a:pt x="9488" y="752"/>
                      <a:pt x="8736" y="0"/>
                      <a:pt x="78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>
                <a:off x="359086" y="4706451"/>
                <a:ext cx="377903" cy="298758"/>
              </a:xfrm>
              <a:custGeom>
                <a:avLst/>
                <a:gdLst/>
                <a:ahLst/>
                <a:cxnLst/>
                <a:rect l="l" t="t" r="r" b="b"/>
                <a:pathLst>
                  <a:path w="5620" h="4443" extrusionOk="0">
                    <a:moveTo>
                      <a:pt x="1412" y="0"/>
                    </a:moveTo>
                    <a:cubicBezTo>
                      <a:pt x="1382" y="0"/>
                      <a:pt x="1353" y="1"/>
                      <a:pt x="1323" y="3"/>
                    </a:cubicBezTo>
                    <a:cubicBezTo>
                      <a:pt x="637" y="45"/>
                      <a:pt x="76" y="601"/>
                      <a:pt x="30" y="1287"/>
                    </a:cubicBezTo>
                    <a:cubicBezTo>
                      <a:pt x="0" y="1720"/>
                      <a:pt x="170" y="2114"/>
                      <a:pt x="456" y="2387"/>
                    </a:cubicBezTo>
                    <a:lnTo>
                      <a:pt x="462" y="2392"/>
                    </a:lnTo>
                    <a:cubicBezTo>
                      <a:pt x="476" y="2405"/>
                      <a:pt x="490" y="2419"/>
                      <a:pt x="505" y="2431"/>
                    </a:cubicBezTo>
                    <a:lnTo>
                      <a:pt x="2682" y="4398"/>
                    </a:lnTo>
                    <a:cubicBezTo>
                      <a:pt x="2715" y="4428"/>
                      <a:pt x="2756" y="4442"/>
                      <a:pt x="2798" y="4442"/>
                    </a:cubicBezTo>
                    <a:cubicBezTo>
                      <a:pt x="2840" y="4442"/>
                      <a:pt x="2882" y="4427"/>
                      <a:pt x="2915" y="4397"/>
                    </a:cubicBezTo>
                    <a:lnTo>
                      <a:pt x="5026" y="2481"/>
                    </a:lnTo>
                    <a:cubicBezTo>
                      <a:pt x="5397" y="2194"/>
                      <a:pt x="5620" y="1722"/>
                      <a:pt x="5554" y="1204"/>
                    </a:cubicBezTo>
                    <a:cubicBezTo>
                      <a:pt x="5475" y="578"/>
                      <a:pt x="4965" y="78"/>
                      <a:pt x="4338" y="9"/>
                    </a:cubicBezTo>
                    <a:cubicBezTo>
                      <a:pt x="4285" y="3"/>
                      <a:pt x="4232" y="0"/>
                      <a:pt x="4180" y="0"/>
                    </a:cubicBezTo>
                    <a:cubicBezTo>
                      <a:pt x="3416" y="0"/>
                      <a:pt x="2796" y="620"/>
                      <a:pt x="2796" y="1385"/>
                    </a:cubicBezTo>
                    <a:cubicBezTo>
                      <a:pt x="2796" y="1397"/>
                      <a:pt x="2797" y="1409"/>
                      <a:pt x="2797" y="1421"/>
                    </a:cubicBezTo>
                    <a:lnTo>
                      <a:pt x="2794" y="1421"/>
                    </a:lnTo>
                    <a:cubicBezTo>
                      <a:pt x="2796" y="1409"/>
                      <a:pt x="2796" y="1396"/>
                      <a:pt x="2796" y="1385"/>
                    </a:cubicBezTo>
                    <a:cubicBezTo>
                      <a:pt x="2796" y="620"/>
                      <a:pt x="2176" y="0"/>
                      <a:pt x="1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28" name="Google Shape;228;p30"/>
              <p:cNvSpPr/>
              <p:nvPr/>
            </p:nvSpPr>
            <p:spPr>
              <a:xfrm>
                <a:off x="547027" y="4799447"/>
                <a:ext cx="67" cy="134"/>
              </a:xfrm>
              <a:custGeom>
                <a:avLst/>
                <a:gdLst/>
                <a:ahLst/>
                <a:cxnLst/>
                <a:rect l="l" t="t" r="r" b="b"/>
                <a:pathLst>
                  <a:path w="1" h="2" extrusionOk="0">
                    <a:moveTo>
                      <a:pt x="1" y="2"/>
                    </a:moveTo>
                    <a:lnTo>
                      <a:pt x="1" y="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2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1" name="Google Shape;231;p31"/>
          <p:cNvSpPr/>
          <p:nvPr/>
        </p:nvSpPr>
        <p:spPr>
          <a:xfrm>
            <a:off x="299437" y="20027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31"/>
          <p:cNvSpPr/>
          <p:nvPr/>
        </p:nvSpPr>
        <p:spPr>
          <a:xfrm>
            <a:off x="7633950" y="48245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3" name="Google Shape;233;p31"/>
          <p:cNvGrpSpPr/>
          <p:nvPr/>
        </p:nvGrpSpPr>
        <p:grpSpPr>
          <a:xfrm>
            <a:off x="216301" y="4506844"/>
            <a:ext cx="503709" cy="503608"/>
            <a:chOff x="7955951" y="4362269"/>
            <a:chExt cx="503709" cy="503608"/>
          </a:xfrm>
        </p:grpSpPr>
        <p:sp>
          <p:nvSpPr>
            <p:cNvPr id="234" name="Google Shape;234;p31"/>
            <p:cNvSpPr/>
            <p:nvPr/>
          </p:nvSpPr>
          <p:spPr>
            <a:xfrm>
              <a:off x="7955951" y="4362275"/>
              <a:ext cx="503697" cy="503599"/>
            </a:xfrm>
            <a:custGeom>
              <a:avLst/>
              <a:gdLst/>
              <a:ahLst/>
              <a:cxnLst/>
              <a:rect l="l" t="t" r="r" b="b"/>
              <a:pathLst>
                <a:path w="5157" h="5156" extrusionOk="0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5" name="Google Shape;235;p31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236" name="Google Shape;236;p31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5156" extrusionOk="0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7" name="Google Shape;237;p31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50" h="2758" extrusionOk="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8" name="Google Shape;238;p31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49" h="2758" extrusionOk="0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31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463" extrusionOk="0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40" name="Google Shape;240;p31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464" extrusionOk="0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2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3693987" y="47442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32"/>
          <p:cNvSpPr/>
          <p:nvPr/>
        </p:nvSpPr>
        <p:spPr>
          <a:xfrm>
            <a:off x="5409900" y="1220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2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/>
          <p:nvPr/>
        </p:nvSpPr>
        <p:spPr>
          <a:xfrm>
            <a:off x="5133387" y="1194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33"/>
          <p:cNvSpPr/>
          <p:nvPr/>
        </p:nvSpPr>
        <p:spPr>
          <a:xfrm>
            <a:off x="3701800" y="482416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2_1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1" name="Google Shape;251;p34"/>
          <p:cNvSpPr/>
          <p:nvPr/>
        </p:nvSpPr>
        <p:spPr>
          <a:xfrm>
            <a:off x="290537" y="210338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p34"/>
          <p:cNvSpPr/>
          <p:nvPr/>
        </p:nvSpPr>
        <p:spPr>
          <a:xfrm>
            <a:off x="8424000" y="48602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2_1_1_1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5" name="Google Shape;255;p35"/>
          <p:cNvGrpSpPr/>
          <p:nvPr/>
        </p:nvGrpSpPr>
        <p:grpSpPr>
          <a:xfrm>
            <a:off x="152411" y="1739662"/>
            <a:ext cx="567589" cy="567589"/>
            <a:chOff x="1680861" y="571212"/>
            <a:chExt cx="567589" cy="567589"/>
          </a:xfrm>
        </p:grpSpPr>
        <p:sp>
          <p:nvSpPr>
            <p:cNvPr id="256" name="Google Shape;256;p35"/>
            <p:cNvSpPr/>
            <p:nvPr/>
          </p:nvSpPr>
          <p:spPr>
            <a:xfrm>
              <a:off x="1680861" y="571263"/>
              <a:ext cx="567589" cy="567474"/>
            </a:xfrm>
            <a:custGeom>
              <a:avLst/>
              <a:gdLst/>
              <a:ahLst/>
              <a:cxnLst/>
              <a:rect l="l" t="t" r="r" b="b"/>
              <a:pathLst>
                <a:path w="9881" h="9879" extrusionOk="0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57" name="Google Shape;257;p35"/>
            <p:cNvGrpSpPr/>
            <p:nvPr/>
          </p:nvGrpSpPr>
          <p:grpSpPr>
            <a:xfrm>
              <a:off x="1680888" y="571212"/>
              <a:ext cx="567532" cy="567589"/>
              <a:chOff x="388650" y="4371262"/>
              <a:chExt cx="567532" cy="567589"/>
            </a:xfrm>
          </p:grpSpPr>
          <p:sp>
            <p:nvSpPr>
              <p:cNvPr id="258" name="Google Shape;258;p35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881" extrusionOk="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9" name="Google Shape;259;p35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avLst/>
                <a:gdLst/>
                <a:ahLst/>
                <a:cxnLst/>
                <a:rect l="l" t="t" r="r" b="b"/>
                <a:pathLst>
                  <a:path w="6254" h="5517" extrusionOk="0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260" name="Google Shape;260;p35"/>
          <p:cNvSpPr/>
          <p:nvPr/>
        </p:nvSpPr>
        <p:spPr>
          <a:xfrm>
            <a:off x="4915787" y="4861238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p35"/>
          <p:cNvSpPr/>
          <p:nvPr/>
        </p:nvSpPr>
        <p:spPr>
          <a:xfrm>
            <a:off x="5903425" y="17393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2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4" name="Google Shape;264;p36"/>
          <p:cNvSpPr/>
          <p:nvPr/>
        </p:nvSpPr>
        <p:spPr>
          <a:xfrm>
            <a:off x="252087" y="1305588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36"/>
          <p:cNvSpPr/>
          <p:nvPr/>
        </p:nvSpPr>
        <p:spPr>
          <a:xfrm>
            <a:off x="8763075" y="468401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2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8" name="Google Shape;268;p37"/>
          <p:cNvSpPr/>
          <p:nvPr/>
        </p:nvSpPr>
        <p:spPr>
          <a:xfrm>
            <a:off x="5696262" y="475512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37"/>
          <p:cNvSpPr/>
          <p:nvPr/>
        </p:nvSpPr>
        <p:spPr>
          <a:xfrm>
            <a:off x="363300" y="29053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2_1_1_1_1_1_1_1_1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38"/>
          <p:cNvSpPr/>
          <p:nvPr/>
        </p:nvSpPr>
        <p:spPr>
          <a:xfrm>
            <a:off x="8735012" y="2032825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3" name="Google Shape;273;p38"/>
          <p:cNvSpPr/>
          <p:nvPr/>
        </p:nvSpPr>
        <p:spPr>
          <a:xfrm>
            <a:off x="478450" y="4755123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2_1_1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39"/>
          <p:cNvSpPr/>
          <p:nvPr/>
        </p:nvSpPr>
        <p:spPr>
          <a:xfrm>
            <a:off x="8667837" y="48048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39"/>
          <p:cNvSpPr/>
          <p:nvPr/>
        </p:nvSpPr>
        <p:spPr>
          <a:xfrm>
            <a:off x="6149250" y="1800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CUSTOM_12_1_1_1_1_1_1_1_1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40"/>
          <p:cNvSpPr/>
          <p:nvPr/>
        </p:nvSpPr>
        <p:spPr>
          <a:xfrm>
            <a:off x="4848612" y="48112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1" name="Google Shape;281;p40"/>
          <p:cNvSpPr/>
          <p:nvPr/>
        </p:nvSpPr>
        <p:spPr>
          <a:xfrm>
            <a:off x="276450" y="27688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82" name="Google Shape;282;p40"/>
          <p:cNvGrpSpPr/>
          <p:nvPr/>
        </p:nvGrpSpPr>
        <p:grpSpPr>
          <a:xfrm>
            <a:off x="232376" y="4462119"/>
            <a:ext cx="503709" cy="503608"/>
            <a:chOff x="7955951" y="4362269"/>
            <a:chExt cx="503709" cy="503608"/>
          </a:xfrm>
        </p:grpSpPr>
        <p:sp>
          <p:nvSpPr>
            <p:cNvPr id="283" name="Google Shape;283;p40"/>
            <p:cNvSpPr/>
            <p:nvPr/>
          </p:nvSpPr>
          <p:spPr>
            <a:xfrm>
              <a:off x="7955951" y="4362275"/>
              <a:ext cx="503697" cy="503599"/>
            </a:xfrm>
            <a:custGeom>
              <a:avLst/>
              <a:gdLst/>
              <a:ahLst/>
              <a:cxnLst/>
              <a:rect l="l" t="t" r="r" b="b"/>
              <a:pathLst>
                <a:path w="5157" h="5156" extrusionOk="0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84" name="Google Shape;284;p40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285" name="Google Shape;285;p40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5156" extrusionOk="0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" name="Google Shape;286;p40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50" h="2758" extrusionOk="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p40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avLst/>
                <a:gdLst/>
                <a:ahLst/>
                <a:cxnLst/>
                <a:rect l="l" t="t" r="r" b="b"/>
                <a:pathLst>
                  <a:path w="949" h="2758" extrusionOk="0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p40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463" extrusionOk="0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289;p40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avLst/>
                <a:gdLst/>
                <a:ahLst/>
                <a:cxnLst/>
                <a:rect l="l" t="t" r="r" b="b"/>
                <a:pathLst>
                  <a:path w="2986" h="464" extrusionOk="0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CUSTOM_12_1_1_1_1_1_1_1_1_1_1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2" name="Google Shape;292;p41"/>
          <p:cNvSpPr/>
          <p:nvPr/>
        </p:nvSpPr>
        <p:spPr>
          <a:xfrm>
            <a:off x="7798612" y="29055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3" name="Google Shape;293;p41"/>
          <p:cNvSpPr/>
          <p:nvPr/>
        </p:nvSpPr>
        <p:spPr>
          <a:xfrm>
            <a:off x="385675" y="4763235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5">
  <p:cSld name="CUSTOM_12_1_1_1_1_1_1_1_1_1_1_1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6">
  <p:cSld name="CUSTOM_12_1_1_1_1_1_1_1_1_1_1_1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8" name="Google Shape;298;p43"/>
          <p:cNvSpPr/>
          <p:nvPr/>
        </p:nvSpPr>
        <p:spPr>
          <a:xfrm>
            <a:off x="230487" y="3111800"/>
            <a:ext cx="187038" cy="154478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9" name="Google Shape;299;p43"/>
          <p:cNvSpPr/>
          <p:nvPr/>
        </p:nvSpPr>
        <p:spPr>
          <a:xfrm>
            <a:off x="8644700" y="1059160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" name="Google Shape;302;p44"/>
          <p:cNvSpPr txBox="1"/>
          <p:nvPr>
            <p:ph type="subTitle" idx="1"/>
          </p:nvPr>
        </p:nvSpPr>
        <p:spPr>
          <a:xfrm>
            <a:off x="2347900" y="1807355"/>
            <a:ext cx="4448100" cy="10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-GB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-GB" sz="1200" b="1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-GB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-GB" sz="1200" b="1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Flaticon</a:t>
            </a:r>
            <a:r>
              <a:rPr lang="en-GB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-GB" sz="1200" b="1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Freepik</a:t>
            </a:r>
            <a:r>
              <a:rPr lang="en-GB" sz="1200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44"/>
          <p:cNvSpPr/>
          <p:nvPr/>
        </p:nvSpPr>
        <p:spPr>
          <a:xfrm>
            <a:off x="4004375" y="4786113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44"/>
          <p:cNvSpPr/>
          <p:nvPr/>
        </p:nvSpPr>
        <p:spPr>
          <a:xfrm>
            <a:off x="3792970" y="2260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45"/>
          <p:cNvGrpSpPr/>
          <p:nvPr/>
        </p:nvGrpSpPr>
        <p:grpSpPr>
          <a:xfrm>
            <a:off x="7645044" y="278473"/>
            <a:ext cx="1174231" cy="940257"/>
            <a:chOff x="7599119" y="3133086"/>
            <a:chExt cx="1174231" cy="940257"/>
          </a:xfrm>
        </p:grpSpPr>
        <p:sp>
          <p:nvSpPr>
            <p:cNvPr id="308" name="Google Shape;308;p45"/>
            <p:cNvSpPr/>
            <p:nvPr/>
          </p:nvSpPr>
          <p:spPr>
            <a:xfrm rot="358398" flipH="1">
              <a:off x="7639391" y="3187737"/>
              <a:ext cx="1093688" cy="830955"/>
            </a:xfrm>
            <a:custGeom>
              <a:avLst/>
              <a:gdLst/>
              <a:ahLst/>
              <a:cxnLst/>
              <a:rect l="l" t="t" r="r" b="b"/>
              <a:pathLst>
                <a:path w="12225" h="9289" extrusionOk="0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09" name="Google Shape;309;p45"/>
            <p:cNvGrpSpPr/>
            <p:nvPr/>
          </p:nvGrpSpPr>
          <p:grpSpPr>
            <a:xfrm rot="358386" flipH="1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310" name="Google Shape;310;p45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avLst/>
                <a:gdLst/>
                <a:ahLst/>
                <a:cxnLst/>
                <a:rect l="l" t="t" r="r" b="b"/>
                <a:pathLst>
                  <a:path w="12226" h="6566" extrusionOk="0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1" name="Google Shape;311;p45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2724" extrusionOk="0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2" name="Google Shape;312;p45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3" name="Google Shape;313;p45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4" name="Google Shape;314;p45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8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315" name="Google Shape;315;p45"/>
          <p:cNvGrpSpPr/>
          <p:nvPr/>
        </p:nvGrpSpPr>
        <p:grpSpPr>
          <a:xfrm rot="-1033791">
            <a:off x="389294" y="4175341"/>
            <a:ext cx="673353" cy="673353"/>
            <a:chOff x="369411" y="4281700"/>
            <a:chExt cx="567589" cy="567589"/>
          </a:xfrm>
        </p:grpSpPr>
        <p:sp>
          <p:nvSpPr>
            <p:cNvPr id="316" name="Google Shape;316;p45"/>
            <p:cNvSpPr/>
            <p:nvPr/>
          </p:nvSpPr>
          <p:spPr>
            <a:xfrm>
              <a:off x="369411" y="4281763"/>
              <a:ext cx="567589" cy="567474"/>
            </a:xfrm>
            <a:custGeom>
              <a:avLst/>
              <a:gdLst/>
              <a:ahLst/>
              <a:cxnLst/>
              <a:rect l="l" t="t" r="r" b="b"/>
              <a:pathLst>
                <a:path w="9881" h="9879" extrusionOk="0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17" name="Google Shape;317;p45"/>
            <p:cNvGrpSpPr/>
            <p:nvPr/>
          </p:nvGrpSpPr>
          <p:grpSpPr>
            <a:xfrm>
              <a:off x="369438" y="4281700"/>
              <a:ext cx="567532" cy="567589"/>
              <a:chOff x="388650" y="4371262"/>
              <a:chExt cx="567532" cy="567589"/>
            </a:xfrm>
          </p:grpSpPr>
          <p:sp>
            <p:nvSpPr>
              <p:cNvPr id="318" name="Google Shape;318;p45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881" extrusionOk="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19" name="Google Shape;319;p45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avLst/>
                <a:gdLst/>
                <a:ahLst/>
                <a:cxnLst/>
                <a:rect l="l" t="t" r="r" b="b"/>
                <a:pathLst>
                  <a:path w="6254" h="5517" extrusionOk="0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320" name="Google Shape;320;p45"/>
          <p:cNvSpPr/>
          <p:nvPr/>
        </p:nvSpPr>
        <p:spPr>
          <a:xfrm>
            <a:off x="4307325" y="4734288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45"/>
          <p:cNvSpPr/>
          <p:nvPr/>
        </p:nvSpPr>
        <p:spPr>
          <a:xfrm>
            <a:off x="304682" y="19820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2" name="Google Shape;322;p45"/>
          <p:cNvSpPr/>
          <p:nvPr/>
        </p:nvSpPr>
        <p:spPr>
          <a:xfrm>
            <a:off x="8651276" y="2358996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3" name="Google Shape;323;p45"/>
          <p:cNvSpPr/>
          <p:nvPr/>
        </p:nvSpPr>
        <p:spPr>
          <a:xfrm>
            <a:off x="3792970" y="2260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6270150" y="4734288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46"/>
          <p:cNvSpPr/>
          <p:nvPr/>
        </p:nvSpPr>
        <p:spPr>
          <a:xfrm>
            <a:off x="8758432" y="141195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46"/>
          <p:cNvSpPr/>
          <p:nvPr/>
        </p:nvSpPr>
        <p:spPr>
          <a:xfrm>
            <a:off x="3708626" y="227771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46"/>
          <p:cNvSpPr/>
          <p:nvPr/>
        </p:nvSpPr>
        <p:spPr>
          <a:xfrm>
            <a:off x="230095" y="4048025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9" name="Google Shape;329;p46"/>
          <p:cNvGrpSpPr/>
          <p:nvPr/>
        </p:nvGrpSpPr>
        <p:grpSpPr>
          <a:xfrm>
            <a:off x="333759" y="240759"/>
            <a:ext cx="717034" cy="577245"/>
            <a:chOff x="4717371" y="957406"/>
            <a:chExt cx="752554" cy="605841"/>
          </a:xfrm>
        </p:grpSpPr>
        <p:sp>
          <p:nvSpPr>
            <p:cNvPr id="330" name="Google Shape;330;p46"/>
            <p:cNvSpPr/>
            <p:nvPr/>
          </p:nvSpPr>
          <p:spPr>
            <a:xfrm>
              <a:off x="4717371" y="957448"/>
              <a:ext cx="752554" cy="605799"/>
            </a:xfrm>
            <a:custGeom>
              <a:avLst/>
              <a:gdLst/>
              <a:ahLst/>
              <a:cxnLst/>
              <a:rect l="l" t="t" r="r" b="b"/>
              <a:pathLst>
                <a:path w="17994" h="14485" extrusionOk="0">
                  <a:moveTo>
                    <a:pt x="2999" y="0"/>
                  </a:moveTo>
                  <a:cubicBezTo>
                    <a:pt x="1351" y="0"/>
                    <a:pt x="0" y="1349"/>
                    <a:pt x="0" y="2999"/>
                  </a:cubicBezTo>
                  <a:lnTo>
                    <a:pt x="0" y="6517"/>
                  </a:lnTo>
                  <a:cubicBezTo>
                    <a:pt x="0" y="8167"/>
                    <a:pt x="1350" y="9516"/>
                    <a:pt x="2999" y="9516"/>
                  </a:cubicBezTo>
                  <a:lnTo>
                    <a:pt x="10069" y="9516"/>
                  </a:lnTo>
                  <a:lnTo>
                    <a:pt x="16078" y="14484"/>
                  </a:lnTo>
                  <a:lnTo>
                    <a:pt x="14688" y="9516"/>
                  </a:lnTo>
                  <a:lnTo>
                    <a:pt x="14995" y="9516"/>
                  </a:lnTo>
                  <a:cubicBezTo>
                    <a:pt x="16643" y="9516"/>
                    <a:pt x="17994" y="8167"/>
                    <a:pt x="17994" y="6517"/>
                  </a:cubicBezTo>
                  <a:lnTo>
                    <a:pt x="17994" y="2999"/>
                  </a:lnTo>
                  <a:cubicBezTo>
                    <a:pt x="17994" y="1349"/>
                    <a:pt x="16643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31" name="Google Shape;331;p46"/>
            <p:cNvGrpSpPr/>
            <p:nvPr/>
          </p:nvGrpSpPr>
          <p:grpSpPr>
            <a:xfrm>
              <a:off x="4717371" y="957406"/>
              <a:ext cx="752540" cy="605824"/>
              <a:chOff x="4119250" y="695100"/>
              <a:chExt cx="664788" cy="535180"/>
            </a:xfrm>
          </p:grpSpPr>
          <p:sp>
            <p:nvSpPr>
              <p:cNvPr id="332" name="Google Shape;332;p46"/>
              <p:cNvSpPr/>
              <p:nvPr/>
            </p:nvSpPr>
            <p:spPr>
              <a:xfrm>
                <a:off x="4451601" y="949757"/>
                <a:ext cx="261644" cy="280523"/>
              </a:xfrm>
              <a:custGeom>
                <a:avLst/>
                <a:gdLst/>
                <a:ahLst/>
                <a:cxnLst/>
                <a:rect l="l" t="t" r="r" b="b"/>
                <a:pathLst>
                  <a:path w="7082" h="7593" extrusionOk="0">
                    <a:moveTo>
                      <a:pt x="4958" y="1"/>
                    </a:moveTo>
                    <a:lnTo>
                      <a:pt x="1" y="1738"/>
                    </a:lnTo>
                    <a:lnTo>
                      <a:pt x="7081" y="7592"/>
                    </a:lnTo>
                    <a:lnTo>
                      <a:pt x="495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3" name="Google Shape;333;p46"/>
              <p:cNvSpPr/>
              <p:nvPr/>
            </p:nvSpPr>
            <p:spPr>
              <a:xfrm>
                <a:off x="4119250" y="695100"/>
                <a:ext cx="664788" cy="351643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9518" extrusionOk="0">
                    <a:moveTo>
                      <a:pt x="2999" y="0"/>
                    </a:moveTo>
                    <a:cubicBezTo>
                      <a:pt x="1350" y="0"/>
                      <a:pt x="0" y="1350"/>
                      <a:pt x="0" y="2999"/>
                    </a:cubicBezTo>
                    <a:lnTo>
                      <a:pt x="0" y="6518"/>
                    </a:lnTo>
                    <a:cubicBezTo>
                      <a:pt x="0" y="8167"/>
                      <a:pt x="1351" y="9517"/>
                      <a:pt x="2999" y="9517"/>
                    </a:cubicBezTo>
                    <a:lnTo>
                      <a:pt x="14994" y="9517"/>
                    </a:lnTo>
                    <a:cubicBezTo>
                      <a:pt x="16643" y="9517"/>
                      <a:pt x="17993" y="8167"/>
                      <a:pt x="17993" y="6518"/>
                    </a:cubicBezTo>
                    <a:lnTo>
                      <a:pt x="17993" y="2999"/>
                    </a:lnTo>
                    <a:cubicBezTo>
                      <a:pt x="17993" y="1349"/>
                      <a:pt x="16643" y="0"/>
                      <a:pt x="149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4" name="Google Shape;334;p46"/>
              <p:cNvSpPr/>
              <p:nvPr/>
            </p:nvSpPr>
            <p:spPr>
              <a:xfrm>
                <a:off x="4203187" y="853776"/>
                <a:ext cx="496910" cy="33103"/>
              </a:xfrm>
              <a:custGeom>
                <a:avLst/>
                <a:gdLst/>
                <a:ahLst/>
                <a:cxnLst/>
                <a:rect l="l" t="t" r="r" b="b"/>
                <a:pathLst>
                  <a:path w="13450" h="896" extrusionOk="0">
                    <a:moveTo>
                      <a:pt x="447" y="1"/>
                    </a:moveTo>
                    <a:cubicBezTo>
                      <a:pt x="201" y="1"/>
                      <a:pt x="0" y="202"/>
                      <a:pt x="0" y="448"/>
                    </a:cubicBezTo>
                    <a:cubicBezTo>
                      <a:pt x="0" y="694"/>
                      <a:pt x="202" y="896"/>
                      <a:pt x="447" y="896"/>
                    </a:cubicBezTo>
                    <a:lnTo>
                      <a:pt x="13002" y="896"/>
                    </a:lnTo>
                    <a:cubicBezTo>
                      <a:pt x="13249" y="896"/>
                      <a:pt x="13450" y="694"/>
                      <a:pt x="13450" y="448"/>
                    </a:cubicBezTo>
                    <a:cubicBezTo>
                      <a:pt x="13450" y="202"/>
                      <a:pt x="13248" y="1"/>
                      <a:pt x="130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5" name="Google Shape;335;p46"/>
              <p:cNvSpPr/>
              <p:nvPr/>
            </p:nvSpPr>
            <p:spPr>
              <a:xfrm>
                <a:off x="4203187" y="768287"/>
                <a:ext cx="496910" cy="33103"/>
              </a:xfrm>
              <a:custGeom>
                <a:avLst/>
                <a:gdLst/>
                <a:ahLst/>
                <a:cxnLst/>
                <a:rect l="l" t="t" r="r" b="b"/>
                <a:pathLst>
                  <a:path w="13450" h="896" extrusionOk="0">
                    <a:moveTo>
                      <a:pt x="447" y="1"/>
                    </a:moveTo>
                    <a:cubicBezTo>
                      <a:pt x="201" y="1"/>
                      <a:pt x="0" y="202"/>
                      <a:pt x="0" y="448"/>
                    </a:cubicBezTo>
                    <a:cubicBezTo>
                      <a:pt x="0" y="694"/>
                      <a:pt x="202" y="896"/>
                      <a:pt x="447" y="896"/>
                    </a:cubicBezTo>
                    <a:lnTo>
                      <a:pt x="13002" y="896"/>
                    </a:lnTo>
                    <a:cubicBezTo>
                      <a:pt x="13249" y="896"/>
                      <a:pt x="13450" y="694"/>
                      <a:pt x="13450" y="448"/>
                    </a:cubicBezTo>
                    <a:cubicBezTo>
                      <a:pt x="13450" y="202"/>
                      <a:pt x="13248" y="1"/>
                      <a:pt x="130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6" name="Google Shape;336;p46"/>
              <p:cNvSpPr/>
              <p:nvPr/>
            </p:nvSpPr>
            <p:spPr>
              <a:xfrm>
                <a:off x="4258493" y="939302"/>
                <a:ext cx="386297" cy="33066"/>
              </a:xfrm>
              <a:custGeom>
                <a:avLst/>
                <a:gdLst/>
                <a:ahLst/>
                <a:cxnLst/>
                <a:rect l="l" t="t" r="r" b="b"/>
                <a:pathLst>
                  <a:path w="10456" h="895" extrusionOk="0">
                    <a:moveTo>
                      <a:pt x="448" y="1"/>
                    </a:moveTo>
                    <a:cubicBezTo>
                      <a:pt x="202" y="1"/>
                      <a:pt x="0" y="201"/>
                      <a:pt x="0" y="448"/>
                    </a:cubicBezTo>
                    <a:cubicBezTo>
                      <a:pt x="0" y="694"/>
                      <a:pt x="202" y="894"/>
                      <a:pt x="448" y="894"/>
                    </a:cubicBezTo>
                    <a:lnTo>
                      <a:pt x="10008" y="894"/>
                    </a:lnTo>
                    <a:cubicBezTo>
                      <a:pt x="10254" y="894"/>
                      <a:pt x="10455" y="694"/>
                      <a:pt x="10455" y="448"/>
                    </a:cubicBezTo>
                    <a:cubicBezTo>
                      <a:pt x="10455" y="201"/>
                      <a:pt x="10254" y="1"/>
                      <a:pt x="100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337" name="Google Shape;337;p46"/>
          <p:cNvGrpSpPr/>
          <p:nvPr/>
        </p:nvGrpSpPr>
        <p:grpSpPr>
          <a:xfrm>
            <a:off x="7973446" y="4300108"/>
            <a:ext cx="699627" cy="628020"/>
            <a:chOff x="7504750" y="3349500"/>
            <a:chExt cx="734286" cy="659131"/>
          </a:xfrm>
        </p:grpSpPr>
        <p:sp>
          <p:nvSpPr>
            <p:cNvPr id="338" name="Google Shape;338;p46"/>
            <p:cNvSpPr/>
            <p:nvPr/>
          </p:nvSpPr>
          <p:spPr>
            <a:xfrm>
              <a:off x="7504759" y="3349500"/>
              <a:ext cx="734276" cy="659131"/>
            </a:xfrm>
            <a:custGeom>
              <a:avLst/>
              <a:gdLst/>
              <a:ahLst/>
              <a:cxnLst/>
              <a:rect l="l" t="t" r="r" b="b"/>
              <a:pathLst>
                <a:path w="9488" h="8517" extrusionOk="0">
                  <a:moveTo>
                    <a:pt x="3211" y="1"/>
                  </a:moveTo>
                  <a:lnTo>
                    <a:pt x="2289" y="1793"/>
                  </a:lnTo>
                  <a:lnTo>
                    <a:pt x="1670" y="1793"/>
                  </a:lnTo>
                  <a:cubicBezTo>
                    <a:pt x="752" y="1793"/>
                    <a:pt x="1" y="2545"/>
                    <a:pt x="1" y="3462"/>
                  </a:cubicBezTo>
                  <a:lnTo>
                    <a:pt x="1" y="6847"/>
                  </a:lnTo>
                  <a:cubicBezTo>
                    <a:pt x="1" y="7765"/>
                    <a:pt x="752" y="8517"/>
                    <a:pt x="1670" y="8517"/>
                  </a:cubicBezTo>
                  <a:lnTo>
                    <a:pt x="7818" y="8517"/>
                  </a:lnTo>
                  <a:cubicBezTo>
                    <a:pt x="8736" y="8517"/>
                    <a:pt x="9487" y="7765"/>
                    <a:pt x="9487" y="6848"/>
                  </a:cubicBezTo>
                  <a:lnTo>
                    <a:pt x="9487" y="3462"/>
                  </a:lnTo>
                  <a:cubicBezTo>
                    <a:pt x="9487" y="2545"/>
                    <a:pt x="8736" y="1793"/>
                    <a:pt x="7818" y="1793"/>
                  </a:cubicBezTo>
                  <a:lnTo>
                    <a:pt x="4133" y="1793"/>
                  </a:lnTo>
                  <a:lnTo>
                    <a:pt x="3211" y="1"/>
                  </a:ln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339" name="Google Shape;339;p46"/>
            <p:cNvGrpSpPr/>
            <p:nvPr/>
          </p:nvGrpSpPr>
          <p:grpSpPr>
            <a:xfrm>
              <a:off x="7504750" y="3349500"/>
              <a:ext cx="734276" cy="659129"/>
              <a:chOff x="2172700" y="4107250"/>
              <a:chExt cx="734276" cy="659129"/>
            </a:xfrm>
          </p:grpSpPr>
          <p:sp>
            <p:nvSpPr>
              <p:cNvPr id="340" name="Google Shape;340;p46"/>
              <p:cNvSpPr/>
              <p:nvPr/>
            </p:nvSpPr>
            <p:spPr>
              <a:xfrm>
                <a:off x="2340016" y="4107250"/>
                <a:ext cx="162364" cy="23898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3088" extrusionOk="0">
                    <a:moveTo>
                      <a:pt x="1049" y="1"/>
                    </a:moveTo>
                    <a:lnTo>
                      <a:pt x="0" y="2040"/>
                    </a:lnTo>
                    <a:lnTo>
                      <a:pt x="1049" y="3088"/>
                    </a:lnTo>
                    <a:lnTo>
                      <a:pt x="2097" y="2040"/>
                    </a:lnTo>
                    <a:lnTo>
                      <a:pt x="10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1" name="Google Shape;341;p46"/>
              <p:cNvSpPr/>
              <p:nvPr/>
            </p:nvSpPr>
            <p:spPr>
              <a:xfrm>
                <a:off x="2172700" y="4246009"/>
                <a:ext cx="734276" cy="520370"/>
              </a:xfrm>
              <a:custGeom>
                <a:avLst/>
                <a:gdLst/>
                <a:ahLst/>
                <a:cxnLst/>
                <a:rect l="l" t="t" r="r" b="b"/>
                <a:pathLst>
                  <a:path w="9488" h="6724" extrusionOk="0">
                    <a:moveTo>
                      <a:pt x="1670" y="0"/>
                    </a:moveTo>
                    <a:cubicBezTo>
                      <a:pt x="751" y="0"/>
                      <a:pt x="1" y="752"/>
                      <a:pt x="1" y="1669"/>
                    </a:cubicBezTo>
                    <a:lnTo>
                      <a:pt x="1" y="5054"/>
                    </a:lnTo>
                    <a:cubicBezTo>
                      <a:pt x="1" y="5972"/>
                      <a:pt x="752" y="6724"/>
                      <a:pt x="1670" y="6724"/>
                    </a:cubicBezTo>
                    <a:lnTo>
                      <a:pt x="7818" y="6724"/>
                    </a:lnTo>
                    <a:cubicBezTo>
                      <a:pt x="8736" y="6724"/>
                      <a:pt x="9488" y="5972"/>
                      <a:pt x="9488" y="5055"/>
                    </a:cubicBezTo>
                    <a:lnTo>
                      <a:pt x="9488" y="1669"/>
                    </a:lnTo>
                    <a:cubicBezTo>
                      <a:pt x="9488" y="752"/>
                      <a:pt x="8736" y="0"/>
                      <a:pt x="78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2" name="Google Shape;342;p46"/>
              <p:cNvSpPr/>
              <p:nvPr/>
            </p:nvSpPr>
            <p:spPr>
              <a:xfrm>
                <a:off x="2323222" y="4337174"/>
                <a:ext cx="434932" cy="343844"/>
              </a:xfrm>
              <a:custGeom>
                <a:avLst/>
                <a:gdLst/>
                <a:ahLst/>
                <a:cxnLst/>
                <a:rect l="l" t="t" r="r" b="b"/>
                <a:pathLst>
                  <a:path w="5620" h="4443" extrusionOk="0">
                    <a:moveTo>
                      <a:pt x="1412" y="0"/>
                    </a:moveTo>
                    <a:cubicBezTo>
                      <a:pt x="1382" y="0"/>
                      <a:pt x="1353" y="1"/>
                      <a:pt x="1323" y="3"/>
                    </a:cubicBezTo>
                    <a:cubicBezTo>
                      <a:pt x="637" y="45"/>
                      <a:pt x="76" y="601"/>
                      <a:pt x="30" y="1287"/>
                    </a:cubicBezTo>
                    <a:cubicBezTo>
                      <a:pt x="0" y="1720"/>
                      <a:pt x="170" y="2114"/>
                      <a:pt x="456" y="2387"/>
                    </a:cubicBezTo>
                    <a:lnTo>
                      <a:pt x="462" y="2392"/>
                    </a:lnTo>
                    <a:cubicBezTo>
                      <a:pt x="476" y="2405"/>
                      <a:pt x="490" y="2419"/>
                      <a:pt x="505" y="2431"/>
                    </a:cubicBezTo>
                    <a:lnTo>
                      <a:pt x="2682" y="4398"/>
                    </a:lnTo>
                    <a:cubicBezTo>
                      <a:pt x="2715" y="4428"/>
                      <a:pt x="2756" y="4442"/>
                      <a:pt x="2798" y="4442"/>
                    </a:cubicBezTo>
                    <a:cubicBezTo>
                      <a:pt x="2840" y="4442"/>
                      <a:pt x="2882" y="4427"/>
                      <a:pt x="2915" y="4397"/>
                    </a:cubicBezTo>
                    <a:lnTo>
                      <a:pt x="5026" y="2481"/>
                    </a:lnTo>
                    <a:cubicBezTo>
                      <a:pt x="5397" y="2194"/>
                      <a:pt x="5620" y="1722"/>
                      <a:pt x="5554" y="1204"/>
                    </a:cubicBezTo>
                    <a:cubicBezTo>
                      <a:pt x="5475" y="578"/>
                      <a:pt x="4965" y="78"/>
                      <a:pt x="4338" y="9"/>
                    </a:cubicBezTo>
                    <a:cubicBezTo>
                      <a:pt x="4285" y="3"/>
                      <a:pt x="4232" y="0"/>
                      <a:pt x="4180" y="0"/>
                    </a:cubicBezTo>
                    <a:cubicBezTo>
                      <a:pt x="3416" y="0"/>
                      <a:pt x="2796" y="620"/>
                      <a:pt x="2796" y="1385"/>
                    </a:cubicBezTo>
                    <a:cubicBezTo>
                      <a:pt x="2796" y="1397"/>
                      <a:pt x="2797" y="1409"/>
                      <a:pt x="2797" y="1421"/>
                    </a:cubicBezTo>
                    <a:lnTo>
                      <a:pt x="2794" y="1421"/>
                    </a:lnTo>
                    <a:cubicBezTo>
                      <a:pt x="2796" y="1409"/>
                      <a:pt x="2796" y="1396"/>
                      <a:pt x="2796" y="1385"/>
                    </a:cubicBezTo>
                    <a:cubicBezTo>
                      <a:pt x="2796" y="620"/>
                      <a:pt x="2176" y="0"/>
                      <a:pt x="1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3" name="Google Shape;343;p46"/>
              <p:cNvSpPr/>
              <p:nvPr/>
            </p:nvSpPr>
            <p:spPr>
              <a:xfrm>
                <a:off x="2539525" y="4444203"/>
                <a:ext cx="77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1" h="2" extrusionOk="0">
                    <a:moveTo>
                      <a:pt x="1" y="2"/>
                    </a:moveTo>
                    <a:lnTo>
                      <a:pt x="1" y="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ITLE">
  <p:cSld name="BLANK_1_1_1_1_1_1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48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349" name="Google Shape;349;p4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50" name="Google Shape;350;p4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1" name="Google Shape;351;p4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2" name="Google Shape;352;p4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3" name="Google Shape;353;p4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4" name="Google Shape;354;p4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5" name="Google Shape;355;p4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6" name="Google Shape;356;p4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7" name="Google Shape;357;p4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8" name="Google Shape;358;p4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9" name="Google Shape;359;p4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0" name="Google Shape;360;p4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1" name="Google Shape;361;p4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2" name="Google Shape;362;p4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3" name="Google Shape;363;p4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4" name="Google Shape;364;p4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5" name="Google Shape;365;p4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6" name="Google Shape;366;p4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7" name="Google Shape;367;p4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8" name="Google Shape;368;p4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9" name="Google Shape;369;p4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0" name="Google Shape;370;p4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1" name="Google Shape;371;p4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72" name="Google Shape;372;p4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3" name="Google Shape;373;p4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4" name="Google Shape;374;p4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5" name="Google Shape;375;p4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6" name="Google Shape;376;p4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7" name="Google Shape;377;p4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8" name="Google Shape;378;p4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9" name="Google Shape;379;p4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0" name="Google Shape;380;p4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1" name="Google Shape;381;p4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2" name="Google Shape;382;p4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3" name="Google Shape;383;p4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4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5" name="Google Shape;385;p4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6" name="Google Shape;386;p4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4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4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9" name="Google Shape;389;p4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0" name="Google Shape;390;p4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1" name="Google Shape;391;p4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2" name="Google Shape;392;p4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3" name="Google Shape;393;p4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4" name="Google Shape;394;p4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395" name="Google Shape;395;p4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6" name="Google Shape;396;p4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7" name="Google Shape;397;p4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8" name="Google Shape;398;p4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9" name="Google Shape;399;p4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0" name="Google Shape;400;p4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1" name="Google Shape;401;p4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2" name="Google Shape;402;p4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3" name="Google Shape;403;p4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4" name="Google Shape;404;p4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5" name="Google Shape;405;p4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6" name="Google Shape;406;p4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7" name="Google Shape;407;p4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8" name="Google Shape;408;p4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9" name="Google Shape;409;p4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0" name="Google Shape;410;p4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1" name="Google Shape;411;p4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2" name="Google Shape;412;p4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3" name="Google Shape;413;p4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4" name="Google Shape;414;p4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5" name="Google Shape;415;p4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6" name="Google Shape;416;p4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17" name="Google Shape;417;p4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18" name="Google Shape;418;p4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9" name="Google Shape;419;p4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4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1" name="Google Shape;421;p4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2" name="Google Shape;422;p4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3" name="Google Shape;423;p4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4" name="Google Shape;424;p4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5" name="Google Shape;425;p4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6" name="Google Shape;426;p4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7" name="Google Shape;427;p4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8" name="Google Shape;428;p4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9" name="Google Shape;429;p4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0" name="Google Shape;430;p4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1" name="Google Shape;431;p4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4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3" name="Google Shape;433;p4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4" name="Google Shape;434;p4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5" name="Google Shape;435;p4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6" name="Google Shape;436;p4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7" name="Google Shape;437;p4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8" name="Google Shape;438;p4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9" name="Google Shape;439;p4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p4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441" name="Google Shape;441;p48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2" name="Google Shape;442;p48"/>
          <p:cNvSpPr txBox="1"/>
          <p:nvPr>
            <p:ph type="title" idx="2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sz="10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443" name="Google Shape;443;p48"/>
          <p:cNvSpPr txBox="1"/>
          <p:nvPr>
            <p:ph type="body" idx="1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444" name="Google Shape;444;p48"/>
          <p:cNvSpPr txBox="1"/>
          <p:nvPr>
            <p:ph type="title" idx="3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sz="10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445" name="Google Shape;445;p48"/>
          <p:cNvSpPr txBox="1"/>
          <p:nvPr>
            <p:ph type="subTitle" idx="4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sz="13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BLANK_1">
    <p:bg>
      <p:bgPr>
        <a:solidFill>
          <a:schemeClr val="lt1"/>
        </a:solidFill>
        <a:effectLst/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name="adj" fmla="val 2416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8" name="Google Shape;448;p49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49"/>
          <p:cNvSpPr txBox="1"/>
          <p:nvPr>
            <p:ph type="body" idx="1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450" name="Google Shape;450;p49"/>
          <p:cNvSpPr/>
          <p:nvPr/>
        </p:nvSpPr>
        <p:spPr>
          <a:xfrm>
            <a:off x="7735575" y="-10150"/>
            <a:ext cx="1428750" cy="1320800"/>
          </a:xfrm>
          <a:custGeom>
            <a:avLst/>
            <a:gdLst/>
            <a:ahLst/>
            <a:cxnLst/>
            <a:rect l="l" t="t" r="r" b="b"/>
            <a:pathLst>
              <a:path w="57150" h="52832" extrusionOk="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agenda">
  <p:cSld name="BLANK_1_1_1_1_1_1_1_1_1_1_1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type="body" idx="1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238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453" name="Google Shape;453;p50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454" name="Google Shape;454;p50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5" name="Google Shape;455;p50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6" name="Google Shape;456;p50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7" name="Google Shape;457;p50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8" name="Google Shape;458;p50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9" name="Google Shape;459;p50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0" name="Google Shape;460;p50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1" name="Google Shape;461;p50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2" name="Google Shape;462;p50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63" name="Google Shape;463;p50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4" name="Google Shape;464;p50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5" name="Google Shape;465;p50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6" name="Google Shape;466;p50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67" name="Google Shape;467;p50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Quarter's Goals">
  <p:cSld name="CUSTOM_1_1_3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51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470" name="Google Shape;470;p51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1" name="Google Shape;471;p51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2" name="Google Shape;472;p51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3" name="Google Shape;473;p51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4" name="Google Shape;474;p51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5" name="Google Shape;475;p51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6" name="Google Shape;476;p51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7" name="Google Shape;477;p51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8" name="Google Shape;478;p51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9" name="Google Shape;479;p51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80" name="Google Shape;480;p51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481" name="Google Shape;481;p51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482" name="Google Shape;482;p51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483" name="Google Shape;483;p5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4" name="Google Shape;484;p5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5" name="Google Shape;485;p5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6" name="Google Shape;486;p51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487" name="Google Shape;487;p5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8" name="Google Shape;488;p5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9" name="Google Shape;489;p5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0" name="Google Shape;490;p51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491" name="Google Shape;491;p5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2" name="Google Shape;492;p5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51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4" name="Google Shape;494;p51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495" name="Google Shape;495;p51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6" name="Google Shape;496;p51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497" name="Google Shape;497;p51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98" name="Google Shape;498;p51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99" name="Google Shape;499;p51"/>
          <p:cNvSpPr txBox="1"/>
          <p:nvPr>
            <p:ph type="body" idx="1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00" name="Google Shape;500;p51"/>
          <p:cNvSpPr txBox="1"/>
          <p:nvPr>
            <p:ph type="body" idx="2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01" name="Google Shape;501;p51"/>
          <p:cNvSpPr txBox="1"/>
          <p:nvPr>
            <p:ph type="body" idx="3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02" name="Google Shape;502;p51"/>
          <p:cNvSpPr txBox="1"/>
          <p:nvPr>
            <p:ph type="title" idx="4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03" name="Google Shape;503;p51"/>
          <p:cNvSpPr txBox="1"/>
          <p:nvPr>
            <p:ph type="title" idx="5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04" name="Google Shape;504;p51"/>
          <p:cNvSpPr txBox="1"/>
          <p:nvPr>
            <p:ph type="title" idx="6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05" name="Google Shape;505;p51"/>
          <p:cNvSpPr txBox="1"/>
          <p:nvPr>
            <p:ph type="title" idx="7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06" name="Google Shape;506;p51"/>
          <p:cNvSpPr txBox="1"/>
          <p:nvPr>
            <p:ph type="title" idx="8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07" name="Google Shape;507;p51"/>
          <p:cNvSpPr txBox="1"/>
          <p:nvPr>
            <p:ph type="title" idx="9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 b="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CUSTOM_1_1_1_3_1">
    <p:bg>
      <p:bgPr>
        <a:solidFill>
          <a:schemeClr val="lt1"/>
        </a:solidFill>
        <a:effectLst/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2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0" name="Google Shape;510;p52"/>
          <p:cNvSpPr txBox="1"/>
          <p:nvPr>
            <p:ph type="body" idx="1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1" name="Google Shape;511;p52"/>
          <p:cNvSpPr txBox="1"/>
          <p:nvPr>
            <p:ph type="title" idx="2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2" name="Google Shape;512;p52"/>
          <p:cNvSpPr txBox="1"/>
          <p:nvPr>
            <p:ph type="body" idx="3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13" name="Google Shape;513;p52"/>
          <p:cNvSpPr txBox="1"/>
          <p:nvPr>
            <p:ph type="title" idx="4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sz="6000" b="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4" name="Google Shape;514;p52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5" name="Google Shape;515;p52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6" name="Google Shape;516;p52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17" name="Google Shape;517;p52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18" name="Google Shape;518;p52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9" name="Google Shape;519;p52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0" name="Google Shape;520;p52"/>
          <p:cNvSpPr txBox="1"/>
          <p:nvPr>
            <p:ph type="title" idx="5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1" name="Google Shape;521;p52"/>
          <p:cNvSpPr txBox="1"/>
          <p:nvPr>
            <p:ph type="body" idx="6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">
  <p:cSld name="CUSTOM_1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5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524" name="Google Shape;524;p5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5" name="Google Shape;525;p5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6" name="Google Shape;526;p5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7" name="Google Shape;527;p5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8" name="Google Shape;528;p5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9" name="Google Shape;529;p5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0" name="Google Shape;530;p5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1" name="Google Shape;531;p5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2" name="Google Shape;532;p5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33" name="Google Shape;533;p5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4" name="Google Shape;534;p5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535" name="Google Shape;535;p5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536" name="Google Shape;536;p5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537" name="Google Shape;537;p5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8" name="Google Shape;538;p5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9" name="Google Shape;539;p5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40" name="Google Shape;540;p5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541" name="Google Shape;541;p5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2" name="Google Shape;542;p5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3" name="Google Shape;543;p5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44" name="Google Shape;544;p5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545" name="Google Shape;545;p5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6" name="Google Shape;546;p5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47" name="Google Shape;547;p5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48" name="Google Shape;548;p5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549" name="Google Shape;549;p5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50" name="Google Shape;550;p5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551" name="Google Shape;551;p5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552" name="Google Shape;552;p53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53" name="Google Shape;553;p53"/>
          <p:cNvSpPr txBox="1"/>
          <p:nvPr>
            <p:ph type="title" idx="2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54" name="Google Shape;554;p53"/>
          <p:cNvSpPr txBox="1"/>
          <p:nvPr>
            <p:ph type="title" idx="3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555" name="Google Shape;555;p53"/>
          <p:cNvSpPr/>
          <p:nvPr>
            <p:ph type="pic" idx="4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53"/>
          <p:cNvSpPr/>
          <p:nvPr>
            <p:ph type="pic" idx="5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53"/>
          <p:cNvSpPr/>
          <p:nvPr>
            <p:ph type="pic" idx="6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53"/>
          <p:cNvSpPr txBox="1"/>
          <p:nvPr>
            <p:ph type="subTitle" idx="1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53"/>
          <p:cNvSpPr txBox="1"/>
          <p:nvPr>
            <p:ph type="subTitle" idx="7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53"/>
          <p:cNvSpPr txBox="1"/>
          <p:nvPr>
            <p:ph type="subTitle" idx="8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, body and image">
  <p:cSld name="BLANK_1_1_1_1_1_1_1_1_1_1_1_1">
    <p:bg>
      <p:bgPr>
        <a:solidFill>
          <a:schemeClr val="lt1"/>
        </a:solidFill>
        <a:effectLst/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4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3" name="Google Shape;563;p54"/>
          <p:cNvSpPr/>
          <p:nvPr>
            <p:ph type="pic" idx="2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4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65" name="Google Shape;565;p54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66" name="Google Shape;566;p54"/>
          <p:cNvSpPr txBox="1"/>
          <p:nvPr>
            <p:ph type="body" idx="1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67" name="Google Shape;567;p54"/>
          <p:cNvSpPr txBox="1"/>
          <p:nvPr>
            <p:ph type="body" idx="3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BLANK_1_1_1_1_1_1_1_1_1_1_1_1_2_1">
    <p:bg>
      <p:bgPr>
        <a:solidFill>
          <a:schemeClr val="lt1"/>
        </a:solidFill>
        <a:effectLst/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5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0" name="Google Shape;570;p55"/>
          <p:cNvSpPr/>
          <p:nvPr>
            <p:ph type="pic" idx="2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55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2" name="Google Shape;572;p55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73" name="Google Shape;573;p55"/>
          <p:cNvSpPr txBox="1"/>
          <p:nvPr>
            <p:ph type="body" idx="1"/>
          </p:nvPr>
        </p:nvSpPr>
        <p:spPr>
          <a:xfrm rot="-131721" flipH="1">
            <a:off x="577990" y="3865770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3">
  <p:cSld name="BLANK_1_1_1_1_1_1_1_1_1_1_1_1_2">
    <p:bg>
      <p:bgPr>
        <a:solidFill>
          <a:schemeClr val="lt1"/>
        </a:solidFill>
        <a:effectLst/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6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6" name="Google Shape;576;p56"/>
          <p:cNvSpPr/>
          <p:nvPr>
            <p:ph type="pic" idx="2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56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78" name="Google Shape;578;p56"/>
          <p:cNvSpPr txBox="1"/>
          <p:nvPr>
            <p:ph type="body" idx="1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79" name="Google Shape;579;p56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580" name="Google Shape;580;p56"/>
          <p:cNvSpPr txBox="1"/>
          <p:nvPr>
            <p:ph type="body" idx="3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Subtitle">
  <p:cSld name="CUSTOM_1_1_3_1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5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583" name="Google Shape;583;p5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4" name="Google Shape;584;p5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5" name="Google Shape;585;p5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6" name="Google Shape;586;p5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7" name="Google Shape;587;p5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8" name="Google Shape;588;p5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9" name="Google Shape;589;p5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0" name="Google Shape;590;p5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1" name="Google Shape;591;p5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92" name="Google Shape;592;p5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93" name="Google Shape;593;p57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594" name="Google Shape;594;p57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595" name="Google Shape;595;p5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596" name="Google Shape;596;p5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7" name="Google Shape;597;p5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98" name="Google Shape;598;p5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99" name="Google Shape;599;p5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00" name="Google Shape;600;p5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1" name="Google Shape;601;p5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2" name="Google Shape;602;p5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3" name="Google Shape;603;p5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04" name="Google Shape;604;p5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5" name="Google Shape;605;p5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6" name="Google Shape;606;p5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07" name="Google Shape;607;p5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08" name="Google Shape;608;p5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09" name="Google Shape;609;p5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10" name="Google Shape;610;p5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611" name="Google Shape;611;p57"/>
          <p:cNvSpPr txBox="1"/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 panose="020B0604020202020204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5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BLANK_1_1_1_1_1_1_1_1_1_1_1_1_1_1_1">
    <p:bg>
      <p:bgPr>
        <a:solidFill>
          <a:schemeClr val="lt1"/>
        </a:solidFill>
        <a:effectLst/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8"/>
          <p:cNvSpPr txBox="1"/>
          <p:nvPr>
            <p:ph type="body" idx="1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615" name="Google Shape;615;p58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616" name="Google Shape;616;p58"/>
            <p:cNvSpPr/>
            <p:nvPr/>
          </p:nvSpPr>
          <p:spPr>
            <a:xfrm>
              <a:off x="8642600" y="3954675"/>
              <a:ext cx="502925" cy="1196325"/>
            </a:xfrm>
            <a:custGeom>
              <a:avLst/>
              <a:gdLst/>
              <a:ahLst/>
              <a:cxnLst/>
              <a:rect l="l" t="t" r="r" b="b"/>
              <a:pathLst>
                <a:path w="20117" h="47853" extrusionOk="0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617" name="Google Shape;617;p58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18" name="Google Shape;618;p58"/>
          <p:cNvSpPr txBox="1"/>
          <p:nvPr>
            <p:ph type="body" idx="2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19" name="Google Shape;619;p58"/>
          <p:cNvSpPr txBox="1"/>
          <p:nvPr>
            <p:ph type="body" idx="3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20" name="Google Shape;620;p58"/>
          <p:cNvSpPr txBox="1"/>
          <p:nvPr>
            <p:ph type="body" idx="4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621" name="Google Shape;621;p58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622" name="Google Shape;622;p58"/>
          <p:cNvSpPr txBox="1"/>
          <p:nvPr>
            <p:ph type="subTitle" idx="5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23" name="Google Shape;623;p58"/>
          <p:cNvSpPr txBox="1"/>
          <p:nvPr>
            <p:ph type="subTitle" idx="6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24" name="Google Shape;624;p58"/>
          <p:cNvSpPr txBox="1"/>
          <p:nvPr>
            <p:ph type="subTitle" idx="7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625" name="Google Shape;625;p58"/>
          <p:cNvSpPr txBox="1"/>
          <p:nvPr>
            <p:ph type="subTitle" idx="8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BLANK_1_1_1_1_1_1_1_1">
    <p:bg>
      <p:bgPr>
        <a:solidFill>
          <a:schemeClr val="lt1"/>
        </a:solidFill>
        <a:effectLst/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9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8" name="Google Shape;628;p59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GB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sz="7200" i="1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29" name="Google Shape;629;p59"/>
          <p:cNvSpPr txBox="1"/>
          <p:nvPr>
            <p:ph type="body" idx="1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marL="91440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marL="137160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marL="182880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marL="228600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marL="274320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marL="320040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marL="365760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marL="411480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0" name="Google Shape;630;p59"/>
          <p:cNvSpPr txBox="1"/>
          <p:nvPr>
            <p:ph type="title" idx="2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31" name="Google Shape;631;p59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2" name="Google Shape;632;p59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3" name="Google Shape;633;p59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4" name="Google Shape;634;p59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635" name="Google Shape;635;p59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6" name="Google Shape;636;p59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7" name="Google Shape;637;p59"/>
          <p:cNvSpPr txBox="1"/>
          <p:nvPr>
            <p:ph type="title" idx="3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BLANK_1_1_1_1_1_1_1_1_2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60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640" name="Google Shape;640;p60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641" name="Google Shape;641;p60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2" name="Google Shape;642;p60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3" name="Google Shape;643;p60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4" name="Google Shape;644;p60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5" name="Google Shape;645;p60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6" name="Google Shape;646;p60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7" name="Google Shape;647;p60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8" name="Google Shape;648;p60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9" name="Google Shape;649;p60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0" name="Google Shape;650;p60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1" name="Google Shape;651;p60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2" name="Google Shape;652;p60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3" name="Google Shape;653;p60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4" name="Google Shape;654;p60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5" name="Google Shape;655;p60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6" name="Google Shape;656;p60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7" name="Google Shape;657;p60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8" name="Google Shape;658;p60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59" name="Google Shape;659;p60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0" name="Google Shape;660;p60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1" name="Google Shape;661;p60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2" name="Google Shape;662;p60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63" name="Google Shape;663;p60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64" name="Google Shape;664;p60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5" name="Google Shape;665;p60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6" name="Google Shape;666;p60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7" name="Google Shape;667;p60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8" name="Google Shape;668;p60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69" name="Google Shape;669;p60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0" name="Google Shape;670;p60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1" name="Google Shape;671;p60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2" name="Google Shape;672;p60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3" name="Google Shape;673;p60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4" name="Google Shape;674;p60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5" name="Google Shape;675;p60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6" name="Google Shape;676;p60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7" name="Google Shape;677;p60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8" name="Google Shape;678;p60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79" name="Google Shape;679;p60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0" name="Google Shape;680;p60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1" name="Google Shape;681;p60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2" name="Google Shape;682;p60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3" name="Google Shape;683;p60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4" name="Google Shape;684;p60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5" name="Google Shape;685;p60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686" name="Google Shape;686;p60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687" name="Google Shape;687;p60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8" name="Google Shape;688;p60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89" name="Google Shape;689;p60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0" name="Google Shape;690;p60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1" name="Google Shape;691;p60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2" name="Google Shape;692;p60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3" name="Google Shape;693;p60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4" name="Google Shape;694;p60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5" name="Google Shape;695;p60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6" name="Google Shape;696;p60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7" name="Google Shape;697;p60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8" name="Google Shape;698;p60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99" name="Google Shape;699;p60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0" name="Google Shape;700;p60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1" name="Google Shape;701;p60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2" name="Google Shape;702;p60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3" name="Google Shape;703;p60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4" name="Google Shape;704;p60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5" name="Google Shape;705;p60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6" name="Google Shape;706;p60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7" name="Google Shape;707;p60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08" name="Google Shape;708;p60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709" name="Google Shape;709;p60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10" name="Google Shape;710;p60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1" name="Google Shape;711;p60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2" name="Google Shape;712;p60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3" name="Google Shape;713;p60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4" name="Google Shape;714;p60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5" name="Google Shape;715;p60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6" name="Google Shape;716;p60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7" name="Google Shape;717;p60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8" name="Google Shape;718;p60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19" name="Google Shape;719;p60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0" name="Google Shape;720;p60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1" name="Google Shape;721;p60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2" name="Google Shape;722;p60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3" name="Google Shape;723;p60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4" name="Google Shape;724;p60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5" name="Google Shape;725;p60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6" name="Google Shape;726;p60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7" name="Google Shape;727;p60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8" name="Google Shape;728;p60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29" name="Google Shape;729;p60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0" name="Google Shape;730;p60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731" name="Google Shape;731;p60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732" name="Google Shape;732;p60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33" name="Google Shape;733;p60"/>
          <p:cNvSpPr txBox="1"/>
          <p:nvPr>
            <p:ph type="body" idx="1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marL="1371600" lvl="2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marL="1828800" lvl="3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marL="2286000" lvl="4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marL="3200400" lvl="6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marL="3657600" lvl="7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marL="4114800" lvl="8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34" name="Google Shape;734;p60"/>
          <p:cNvSpPr txBox="1"/>
          <p:nvPr>
            <p:ph type="title" idx="2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35" name="Google Shape;735;p60"/>
          <p:cNvSpPr txBox="1"/>
          <p:nvPr>
            <p:ph type="title" idx="3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section title and description">
  <p:cSld name="BLANK_1_1_1_1_1_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61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738" name="Google Shape;738;p61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9" name="Google Shape;739;p61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0" name="Google Shape;740;p61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1" name="Google Shape;741;p61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2" name="Google Shape;742;p61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3" name="Google Shape;743;p61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4" name="Google Shape;744;p61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5" name="Google Shape;745;p61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6" name="Google Shape;746;p61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7" name="Google Shape;747;p61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8" name="Google Shape;748;p61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49" name="Google Shape;749;p61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50" name="Google Shape;750;p61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751" name="Google Shape;751;p6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2" name="Google Shape;752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3" name="Google Shape;753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4" name="Google Shape;754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5" name="Google Shape;755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6" name="Google Shape;756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7" name="Google Shape;757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8" name="Google Shape;758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9" name="Google Shape;759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0" name="Google Shape;760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61" name="Google Shape;761;p6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62" name="Google Shape;762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3" name="Google Shape;763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4" name="Google Shape;764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5" name="Google Shape;765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6" name="Google Shape;766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7" name="Google Shape;767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8" name="Google Shape;768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69" name="Google Shape;769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0" name="Google Shape;770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71" name="Google Shape;771;p6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72" name="Google Shape;772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73" name="Google Shape;773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4" name="Google Shape;774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75" name="Google Shape;775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76" name="Google Shape;776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77" name="Google Shape;777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78" name="Google Shape;778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79" name="Google Shape;779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0" name="Google Shape;780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81" name="Google Shape;781;p6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82" name="Google Shape;782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83" name="Google Shape;783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4" name="Google Shape;784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85" name="Google Shape;785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86" name="Google Shape;786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87" name="Google Shape;787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88" name="Google Shape;788;p61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9" name="Google Shape;789;p61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790" name="Google Shape;790;p6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91" name="Google Shape;791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92" name="Google Shape;792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3" name="Google Shape;793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4" name="Google Shape;794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95" name="Google Shape;79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6" name="Google Shape;79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97" name="Google Shape;797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98" name="Google Shape;798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99" name="Google Shape;799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00" name="Google Shape;800;p6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801" name="Google Shape;801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02" name="Google Shape;802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3" name="Google Shape;803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04" name="Google Shape;804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05" name="Google Shape;80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6" name="Google Shape;80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07" name="Google Shape;807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08" name="Google Shape;808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09" name="Google Shape;809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10" name="Google Shape;810;p6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811" name="Google Shape;811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12" name="Google Shape;812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3" name="Google Shape;813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14" name="Google Shape;814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15" name="Google Shape;81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6" name="Google Shape;81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17" name="Google Shape;817;p6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818" name="Google Shape;818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19" name="Google Shape;819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820" name="Google Shape;820;p6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821" name="Google Shape;821;p6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822" name="Google Shape;822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3" name="Google Shape;823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824" name="Google Shape;824;p6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825" name="Google Shape;825;p6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826" name="Google Shape;826;p6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827" name="Google Shape;827;p61"/>
          <p:cNvSpPr txBox="1"/>
          <p:nvPr>
            <p:ph type="body" idx="1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828" name="Google Shape;828;p61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otes ">
  <p:cSld name="CUSTOM_2"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62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831" name="Google Shape;831;p62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832" name="Google Shape;832;p6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3" name="Google Shape;833;p6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4" name="Google Shape;834;p6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5" name="Google Shape;835;p6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6" name="Google Shape;836;p6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7" name="Google Shape;837;p6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8" name="Google Shape;838;p6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39" name="Google Shape;839;p6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0" name="Google Shape;840;p6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1" name="Google Shape;841;p6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2" name="Google Shape;842;p6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3" name="Google Shape;843;p6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4" name="Google Shape;844;p6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5" name="Google Shape;845;p6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6" name="Google Shape;846;p6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7" name="Google Shape;847;p6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8" name="Google Shape;848;p6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49" name="Google Shape;849;p6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0" name="Google Shape;850;p6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1" name="Google Shape;851;p6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2" name="Google Shape;852;p6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3" name="Google Shape;853;p6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54" name="Google Shape;854;p62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855" name="Google Shape;855;p6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6" name="Google Shape;856;p6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7" name="Google Shape;857;p6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8" name="Google Shape;858;p6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59" name="Google Shape;859;p6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0" name="Google Shape;860;p6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1" name="Google Shape;861;p6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2" name="Google Shape;862;p6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3" name="Google Shape;863;p6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4" name="Google Shape;864;p6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5" name="Google Shape;865;p6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6" name="Google Shape;866;p6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7" name="Google Shape;867;p6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8" name="Google Shape;868;p6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69" name="Google Shape;869;p6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0" name="Google Shape;870;p6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1" name="Google Shape;871;p6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2" name="Google Shape;872;p6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3" name="Google Shape;873;p6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4" name="Google Shape;874;p6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5" name="Google Shape;875;p6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6" name="Google Shape;876;p6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877" name="Google Shape;877;p62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878" name="Google Shape;878;p6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79" name="Google Shape;879;p6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0" name="Google Shape;880;p6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1" name="Google Shape;881;p6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2" name="Google Shape;882;p6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3" name="Google Shape;883;p6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4" name="Google Shape;884;p6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5" name="Google Shape;885;p6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6" name="Google Shape;886;p6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7" name="Google Shape;887;p6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8" name="Google Shape;888;p6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89" name="Google Shape;889;p6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0" name="Google Shape;890;p6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1" name="Google Shape;891;p6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2" name="Google Shape;892;p6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3" name="Google Shape;893;p6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4" name="Google Shape;894;p6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5" name="Google Shape;895;p6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6" name="Google Shape;896;p6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7" name="Google Shape;897;p6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8" name="Google Shape;898;p6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9" name="Google Shape;899;p6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00" name="Google Shape;900;p62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01" name="Google Shape;901;p62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2" name="Google Shape;902;p62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3" name="Google Shape;903;p62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4" name="Google Shape;904;p62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5" name="Google Shape;905;p62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6" name="Google Shape;906;p62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7" name="Google Shape;907;p62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8" name="Google Shape;908;p62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9" name="Google Shape;909;p62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0" name="Google Shape;910;p62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1" name="Google Shape;911;p62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2" name="Google Shape;912;p62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3" name="Google Shape;913;p62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4" name="Google Shape;914;p62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5" name="Google Shape;915;p62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6" name="Google Shape;916;p62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7" name="Google Shape;917;p62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8" name="Google Shape;918;p62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9" name="Google Shape;919;p62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0" name="Google Shape;920;p62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1" name="Google Shape;921;p62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2" name="Google Shape;922;p62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923" name="Google Shape;923;p62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24" name="Google Shape;924;p62"/>
          <p:cNvSpPr txBox="1"/>
          <p:nvPr>
            <p:ph type="subTitle" idx="1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5" name="Google Shape;925;p62"/>
          <p:cNvSpPr txBox="1"/>
          <p:nvPr>
            <p:ph type="subTitle" idx="2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6" name="Google Shape;926;p62"/>
          <p:cNvSpPr txBox="1"/>
          <p:nvPr>
            <p:ph type="title" idx="3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27" name="Google Shape;927;p62"/>
          <p:cNvSpPr txBox="1"/>
          <p:nvPr>
            <p:ph type="subTitle" idx="4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8" name="Google Shape;928;p62"/>
          <p:cNvSpPr txBox="1"/>
          <p:nvPr>
            <p:ph type="subTitle" idx="5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62"/>
          <p:cNvSpPr txBox="1"/>
          <p:nvPr>
            <p:ph type="title" idx="6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 b="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30" name="Google Shape;930;p62"/>
          <p:cNvSpPr txBox="1"/>
          <p:nvPr>
            <p:ph type="subTitle" idx="7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62"/>
          <p:cNvSpPr txBox="1"/>
          <p:nvPr>
            <p:ph type="subTitle" idx="8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 b="1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2" name="Google Shape;932;p62"/>
          <p:cNvSpPr txBox="1"/>
          <p:nvPr>
            <p:ph type="subTitle" idx="9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62"/>
          <p:cNvSpPr txBox="1"/>
          <p:nvPr>
            <p:ph type="subTitle" idx="13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4" name="Google Shape;934;p62"/>
          <p:cNvSpPr txBox="1"/>
          <p:nvPr>
            <p:ph type="subTitle" idx="14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5" name="Google Shape;935;p62"/>
          <p:cNvSpPr txBox="1"/>
          <p:nvPr>
            <p:ph type="subTitle" idx="15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6" name="Google Shape;936;p62"/>
          <p:cNvSpPr txBox="1"/>
          <p:nvPr>
            <p:ph type="subTitle" idx="16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spcFirstLastPara="1" wrap="square" lIns="182875" tIns="0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62"/>
          <p:cNvSpPr txBox="1"/>
          <p:nvPr>
            <p:ph type="subTitle" idx="17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spcFirstLastPara="1" wrap="square" lIns="18287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title and Note">
  <p:cSld name="CUSTOM_1_1_2_2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3"/>
          <p:cNvSpPr txBox="1"/>
          <p:nvPr>
            <p:ph type="body" idx="1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940" name="Google Shape;940;p63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1" name="Google Shape;941;p63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2" name="Google Shape;942;p63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3" name="Google Shape;943;p63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4" name="Google Shape;944;p63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5" name="Google Shape;945;p63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6" name="Google Shape;946;p63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7" name="Google Shape;947;p63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8" name="Google Shape;948;p63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49" name="Google Shape;949;p63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50" name="Google Shape;950;p63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1" name="Google Shape;951;p63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52" name="Google Shape;952;p63"/>
          <p:cNvSpPr txBox="1"/>
          <p:nvPr>
            <p:ph type="subTitle" idx="2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3" name="Google Shape;953;p63"/>
          <p:cNvSpPr txBox="1"/>
          <p:nvPr>
            <p:ph type="subTitle" idx="3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spcFirstLastPara="1" wrap="square" lIns="182875" tIns="18287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6 Notes">
  <p:cSld name="CUSTOM_1_1_2_1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4"/>
          <p:cNvSpPr txBox="1"/>
          <p:nvPr>
            <p:ph type="subTitle" idx="1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 panose="020B0604020202020204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6" name="Google Shape;956;p64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57" name="Google Shape;957;p64"/>
          <p:cNvSpPr txBox="1"/>
          <p:nvPr>
            <p:ph type="title" idx="2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958" name="Google Shape;958;p64"/>
          <p:cNvSpPr txBox="1"/>
          <p:nvPr>
            <p:ph type="title" idx="3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959" name="Google Shape;959;p64"/>
          <p:cNvSpPr txBox="1"/>
          <p:nvPr>
            <p:ph type="title" idx="4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960" name="Google Shape;960;p64"/>
          <p:cNvSpPr txBox="1"/>
          <p:nvPr>
            <p:ph type="title" idx="5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961" name="Google Shape;961;p64"/>
          <p:cNvSpPr txBox="1"/>
          <p:nvPr>
            <p:ph type="title" idx="6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64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3" name="Google Shape;963;p64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4" name="Google Shape;964;p64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5" name="Google Shape;965;p64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6" name="Google Shape;966;p64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67" name="Google Shape;967;p64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968" name="Google Shape;968;p64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969" name="Google Shape;969;p64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0" name="Google Shape;970;p64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1" name="Google Shape;971;p64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2" name="Google Shape;972;p64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3" name="Google Shape;973;p64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4" name="Google Shape;974;p64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975" name="Google Shape;975;p64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76" name="Google Shape;976;p64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977" name="Google Shape;977;p64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78" name="Google Shape;978;p64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79" name="Google Shape;979;p6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0" name="Google Shape;980;p6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1" name="Google Shape;981;p6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82" name="Google Shape;982;p64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83" name="Google Shape;983;p6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4" name="Google Shape;984;p6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5" name="Google Shape;985;p6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86" name="Google Shape;986;p64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87" name="Google Shape;987;p6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8" name="Google Shape;988;p6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89" name="Google Shape;989;p64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90" name="Google Shape;990;p64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91" name="Google Shape;991;p64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92" name="Google Shape;992;p64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93" name="Google Shape;993;p64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94" name="Google Shape;994;p64"/>
          <p:cNvSpPr txBox="1"/>
          <p:nvPr>
            <p:ph type="title" idx="7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5" name="Google Shape;995;p64"/>
          <p:cNvSpPr txBox="1"/>
          <p:nvPr>
            <p:ph type="title" idx="8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96" name="Google Shape;996;p64"/>
          <p:cNvSpPr txBox="1"/>
          <p:nvPr>
            <p:ph type="subTitle" idx="9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64"/>
          <p:cNvSpPr txBox="1"/>
          <p:nvPr>
            <p:ph type="subTitle" idx="13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64"/>
          <p:cNvSpPr txBox="1"/>
          <p:nvPr>
            <p:ph type="subTitle" idx="14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64"/>
          <p:cNvSpPr txBox="1"/>
          <p:nvPr>
            <p:ph type="subTitle" idx="15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0" name="Google Shape;1000;p64"/>
          <p:cNvSpPr txBox="1"/>
          <p:nvPr>
            <p:ph type="subTitle" idx="16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BLANK_1_1_1_2">
    <p:bg>
      <p:bgPr>
        <a:solidFill>
          <a:schemeClr val="lt2"/>
        </a:solidFill>
        <a:effectLst/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5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3" name="Google Shape;1003;p65"/>
          <p:cNvSpPr txBox="1"/>
          <p:nvPr>
            <p:ph type="body" idx="1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1004" name="Google Shape;1004;p65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1005" name="Google Shape;1005;p6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006" name="Google Shape;1006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07" name="Google Shape;1007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08" name="Google Shape;1008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09" name="Google Shape;1009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10" name="Google Shape;1010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11" name="Google Shape;1011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12" name="Google Shape;1012;p6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13" name="Google Shape;1013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14" name="Google Shape;1014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15" name="Google Shape;1015;p65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016" name="Google Shape;1016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17" name="Google Shape;1017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18" name="Google Shape;1018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19" name="Google Shape;1019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20" name="Google Shape;1020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21" name="Google Shape;1021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22" name="Google Shape;1022;p6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23" name="Google Shape;1023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24" name="Google Shape;1024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25" name="Google Shape;1025;p65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026" name="Google Shape;1026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27" name="Google Shape;1027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28" name="Google Shape;1028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29" name="Google Shape;1029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30" name="Google Shape;1030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31" name="Google Shape;1031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32" name="Google Shape;1032;p6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33" name="Google Shape;1033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34" name="Google Shape;1034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35" name="Google Shape;1035;p65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036" name="Google Shape;1036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37" name="Google Shape;1037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38" name="Google Shape;1038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39" name="Google Shape;1039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40" name="Google Shape;1040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1" name="Google Shape;1041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042" name="Google Shape;1042;p65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1043" name="Google Shape;1043;p65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044" name="Google Shape;1044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45" name="Google Shape;1045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6" name="Google Shape;1046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47" name="Google Shape;1047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48" name="Google Shape;1048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49" name="Google Shape;1049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0" name="Google Shape;1050;p65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051" name="Google Shape;1051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2" name="Google Shape;1052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053" name="Google Shape;1053;p65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1054" name="Google Shape;1054;p65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055" name="Google Shape;1055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6" name="Google Shape;1056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57" name="Google Shape;1057;p65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058" name="Google Shape;1058;p65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59" name="Google Shape;1059;p65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060" name="Google Shape;1060;p65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061" name="Google Shape;1061;p65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2" name="Google Shape;1062;p65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3" name="Google Shape;1063;p65"/>
          <p:cNvSpPr txBox="1"/>
          <p:nvPr>
            <p:ph type="title" idx="2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64" name="Google Shape;1064;p65"/>
          <p:cNvSpPr txBox="1"/>
          <p:nvPr>
            <p:ph type="body" idx="3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5" name="Google Shape;1065;p65"/>
          <p:cNvSpPr txBox="1"/>
          <p:nvPr>
            <p:ph type="title" idx="4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66" name="Google Shape;1066;p65"/>
          <p:cNvSpPr txBox="1"/>
          <p:nvPr>
            <p:ph type="body" idx="5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7" name="Google Shape;1067;p65"/>
          <p:cNvSpPr txBox="1"/>
          <p:nvPr>
            <p:ph type="title" idx="6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068" name="Google Shape;1068;p65"/>
          <p:cNvSpPr txBox="1"/>
          <p:nvPr>
            <p:ph type="body" idx="7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069" name="Google Shape;1069;p65"/>
          <p:cNvSpPr txBox="1"/>
          <p:nvPr>
            <p:ph type="title" idx="8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 Agenda 1">
  <p:cSld name="BLANK_1_1_1_1_1_1_1_1_1_3">
    <p:bg>
      <p:bgPr>
        <a:solidFill>
          <a:schemeClr val="lt1"/>
        </a:solidFill>
        <a:effectLst/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6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3" name="Google Shape;1073;p66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74" name="Google Shape;1074;p66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075" name="Google Shape;1075;p66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1076" name="Google Shape;1076;p66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7" name="Google Shape;1077;p66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78" name="Google Shape;1078;p66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1079" name="Google Shape;1079;p66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0" name="Google Shape;1080;p66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1" name="Google Shape;1081;p66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2" name="Google Shape;1082;p66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3" name="Google Shape;1083;p66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4" name="Google Shape;1084;p66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5" name="Google Shape;1085;p66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6" name="Google Shape;1086;p66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7" name="Google Shape;1087;p66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8" name="Google Shape;1088;p66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89" name="Google Shape;1089;p66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0" name="Google Shape;1090;p66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1" name="Google Shape;1091;p66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2" name="Google Shape;1092;p66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093" name="Google Shape;1093;p66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094" name="Google Shape;1094;p66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1095" name="Google Shape;1095;p66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096" name="Google Shape;1096;p66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097" name="Google Shape;1097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098" name="Google Shape;1098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099" name="Google Shape;1099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00" name="Google Shape;1100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01" name="Google Shape;1101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02" name="Google Shape;1102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03" name="Google Shape;1103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04" name="Google Shape;1104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05" name="Google Shape;1105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06" name="Google Shape;1106;p66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07" name="Google Shape;1107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08" name="Google Shape;1108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09" name="Google Shape;1109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10" name="Google Shape;1110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11" name="Google Shape;1111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12" name="Google Shape;1112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13" name="Google Shape;1113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14" name="Google Shape;1114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15" name="Google Shape;1115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16" name="Google Shape;1116;p66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17" name="Google Shape;1117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18" name="Google Shape;1118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19" name="Google Shape;1119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20" name="Google Shape;1120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1" name="Google Shape;1121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2" name="Google Shape;1122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23" name="Google Shape;1123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4" name="Google Shape;1124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5" name="Google Shape;1125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26" name="Google Shape;1126;p66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127" name="Google Shape;1127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28" name="Google Shape;1128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29" name="Google Shape;1129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30" name="Google Shape;1130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31" name="Google Shape;1131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32" name="Google Shape;1132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1133" name="Google Shape;1133;p66"/>
            <p:cNvGrpSpPr/>
            <p:nvPr/>
          </p:nvGrpSpPr>
          <p:grpSpPr>
            <a:xfrm rot="10800000" flipH="1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134" name="Google Shape;1134;p66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35" name="Google Shape;1135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36" name="Google Shape;1136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37" name="Google Shape;1137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38" name="Google Shape;1138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39" name="Google Shape;1139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40" name="Google Shape;1140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41" name="Google Shape;1141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42" name="Google Shape;1142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43" name="Google Shape;1143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44" name="Google Shape;1144;p66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45" name="Google Shape;1145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46" name="Google Shape;1146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47" name="Google Shape;1147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48" name="Google Shape;1148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49" name="Google Shape;1149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50" name="Google Shape;1150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51" name="Google Shape;1151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52" name="Google Shape;1152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53" name="Google Shape;1153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54" name="Google Shape;1154;p66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155" name="Google Shape;1155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56" name="Google Shape;1156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57" name="Google Shape;1157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58" name="Google Shape;1158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59" name="Google Shape;1159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0" name="Google Shape;1160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61" name="Google Shape;1161;p66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2" name="Google Shape;1162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3" name="Google Shape;1163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164" name="Google Shape;1164;p66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165" name="Google Shape;1165;p66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6" name="Google Shape;1166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67" name="Google Shape;1167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168" name="Google Shape;1168;p66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169" name="Google Shape;1169;p66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170" name="Google Shape;1170;p66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171" name="Google Shape;1171;p66"/>
          <p:cNvSpPr txBox="1"/>
          <p:nvPr>
            <p:ph type="body" idx="1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2" name="Google Shape;1172;p66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3" name="Google Shape;1173;p66"/>
          <p:cNvSpPr txBox="1"/>
          <p:nvPr>
            <p:ph type="title" idx="2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174" name="Google Shape;1174;p66"/>
          <p:cNvSpPr txBox="1"/>
          <p:nvPr>
            <p:ph type="body" idx="3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5" name="Google Shape;1175;p66"/>
          <p:cNvSpPr txBox="1"/>
          <p:nvPr>
            <p:ph type="title" idx="4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 b="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176" name="Google Shape;1176;p66"/>
          <p:cNvSpPr txBox="1"/>
          <p:nvPr>
            <p:ph type="body" idx="5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77" name="Google Shape;1177;p66"/>
          <p:cNvSpPr txBox="1"/>
          <p:nvPr>
            <p:ph type="title" idx="6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178" name="Google Shape;1178;p66"/>
          <p:cNvSpPr txBox="1"/>
          <p:nvPr>
            <p:ph type="subTitle" idx="7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79" name="Google Shape;1179;p66"/>
          <p:cNvSpPr txBox="1"/>
          <p:nvPr>
            <p:ph type="title" idx="8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180" name="Google Shape;1180;p66"/>
          <p:cNvSpPr txBox="1"/>
          <p:nvPr>
            <p:ph type="subTitle" idx="9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81" name="Google Shape;1181;p66"/>
          <p:cNvSpPr txBox="1"/>
          <p:nvPr>
            <p:ph type="body" idx="13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rterly Goal">
  <p:cSld name="CUSTOM_1_1_3_1_2"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6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84" name="Google Shape;1184;p6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5" name="Google Shape;1185;p6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6" name="Google Shape;1186;p6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7" name="Google Shape;1187;p6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8" name="Google Shape;1188;p6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9" name="Google Shape;1189;p6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0" name="Google Shape;1190;p6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1" name="Google Shape;1191;p6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2" name="Google Shape;1192;p6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93" name="Google Shape;1193;p67"/>
          <p:cNvSpPr txBox="1"/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 panose="020B0604020202020204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6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95" name="Google Shape;1195;p67"/>
          <p:cNvSpPr txBox="1"/>
          <p:nvPr>
            <p:ph type="title" idx="2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96" name="Google Shape;1196;p67"/>
          <p:cNvSpPr txBox="1"/>
          <p:nvPr>
            <p:ph type="body" idx="3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97" name="Google Shape;1197;p67"/>
          <p:cNvSpPr txBox="1"/>
          <p:nvPr>
            <p:ph type="title" idx="4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98" name="Google Shape;1198;p67"/>
          <p:cNvSpPr txBox="1"/>
          <p:nvPr>
            <p:ph type="body" idx="5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99" name="Google Shape;1199;p67"/>
          <p:cNvSpPr txBox="1"/>
          <p:nvPr>
            <p:ph type="title" idx="6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0" name="Google Shape;1200;p67"/>
          <p:cNvSpPr txBox="1"/>
          <p:nvPr>
            <p:ph type="body" idx="7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1" name="Google Shape;1201;p67"/>
          <p:cNvSpPr txBox="1"/>
          <p:nvPr>
            <p:ph type="title" idx="8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2" name="Google Shape;1202;p67"/>
          <p:cNvSpPr txBox="1"/>
          <p:nvPr>
            <p:ph type="body" idx="9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3" name="Google Shape;1203;p67"/>
          <p:cNvSpPr txBox="1"/>
          <p:nvPr>
            <p:ph type="title" idx="13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4" name="Google Shape;1204;p67"/>
          <p:cNvSpPr txBox="1"/>
          <p:nvPr>
            <p:ph type="body" idx="14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5" name="Google Shape;1205;p67"/>
          <p:cNvSpPr txBox="1"/>
          <p:nvPr>
            <p:ph type="title" idx="15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 b="1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6" name="Google Shape;1206;p67"/>
          <p:cNvSpPr txBox="1"/>
          <p:nvPr>
            <p:ph type="body" idx="16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ackground Title">
  <p:cSld name="CUSTOM_1_1_1_1_1_2">
    <p:bg>
      <p:bgPr>
        <a:solidFill>
          <a:schemeClr val="accent3"/>
        </a:solidFill>
        <a:effectLst/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68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9" name="Google Shape;1209;p68"/>
          <p:cNvSpPr/>
          <p:nvPr/>
        </p:nvSpPr>
        <p:spPr>
          <a:xfrm>
            <a:off x="7735575" y="-10150"/>
            <a:ext cx="1428750" cy="1320800"/>
          </a:xfrm>
          <a:custGeom>
            <a:avLst/>
            <a:gdLst/>
            <a:ahLst/>
            <a:cxnLst/>
            <a:rect l="l" t="t" r="r" b="b"/>
            <a:pathLst>
              <a:path w="57150" h="52832" extrusionOk="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210" name="Google Shape;1210;p68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211" name="Google Shape;1211;p68"/>
          <p:cNvSpPr txBox="1"/>
          <p:nvPr>
            <p:ph type="body" idx="1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2" name="Google Shape;1212;p68"/>
          <p:cNvSpPr txBox="1"/>
          <p:nvPr>
            <p:ph type="subTitle" idx="2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spcFirstLastPara="1" wrap="square" lIns="182875" tIns="91425" rIns="18287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 b="1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 b="1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Notes with dark background">
  <p:cSld name="CUSTOM_1_1_1_4">
    <p:bg>
      <p:bgPr>
        <a:solidFill>
          <a:schemeClr val="lt1"/>
        </a:solidFill>
        <a:effectLst/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9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6" name="Google Shape;1216;p69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7" name="Google Shape;1217;p69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218" name="Google Shape;1218;p69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9" name="Google Shape;1219;p69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0" name="Google Shape;1220;p69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1" name="Google Shape;1221;p69"/>
          <p:cNvSpPr txBox="1"/>
          <p:nvPr>
            <p:ph type="title" idx="2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2" name="Google Shape;1222;p69"/>
          <p:cNvSpPr txBox="1"/>
          <p:nvPr>
            <p:ph type="title" idx="3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3" name="Google Shape;1223;p69"/>
          <p:cNvSpPr txBox="1"/>
          <p:nvPr>
            <p:ph type="title" idx="4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spcFirstLastPara="1" wrap="square" lIns="274300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4" name="Google Shape;1224;p69"/>
          <p:cNvSpPr txBox="1"/>
          <p:nvPr>
            <p:ph type="title" idx="5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 b="1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Subtitle - Alt 1">
  <p:cSld name="CUSTOM_1_1_3_1_3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6" name="Google Shape;1226;p70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227" name="Google Shape;1227;p70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8" name="Google Shape;1228;p70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9" name="Google Shape;1229;p70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0" name="Google Shape;1230;p70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1" name="Google Shape;1231;p70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2" name="Google Shape;1232;p70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3" name="Google Shape;1233;p70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4" name="Google Shape;1234;p70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5" name="Google Shape;1235;p70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36" name="Google Shape;1236;p7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37" name="Google Shape;1237;p70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238" name="Google Shape;1238;p70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239" name="Google Shape;1239;p7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240" name="Google Shape;1240;p7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41" name="Google Shape;1241;p7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42" name="Google Shape;1242;p7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243" name="Google Shape;1243;p7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244" name="Google Shape;1244;p7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45" name="Google Shape;1245;p7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46" name="Google Shape;1246;p7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247" name="Google Shape;1247;p7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248" name="Google Shape;1248;p7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49" name="Google Shape;1249;p7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50" name="Google Shape;1250;p7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251" name="Google Shape;1251;p7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252" name="Google Shape;1252;p7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253" name="Google Shape;1253;p7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254" name="Google Shape;1254;p7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55" name="Google Shape;1255;p70"/>
          <p:cNvSpPr txBox="1"/>
          <p:nvPr>
            <p:ph type="subTitle" idx="1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 panose="020B0604020202020204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6" name="Google Shape;1256;p70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7" name="Google Shape;1257;p70"/>
          <p:cNvSpPr txBox="1"/>
          <p:nvPr>
            <p:ph type="subTitle" idx="2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58" name="Google Shape;1258;p70"/>
          <p:cNvSpPr txBox="1"/>
          <p:nvPr>
            <p:ph type="subTitle" idx="3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59" name="Google Shape;1259;p70"/>
          <p:cNvSpPr txBox="1"/>
          <p:nvPr>
            <p:ph type="subTitle" idx="4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60" name="Google Shape;1260;p70"/>
          <p:cNvSpPr txBox="1"/>
          <p:nvPr>
            <p:ph type="subTitle" idx="5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261" name="Google Shape;1261;p70"/>
          <p:cNvSpPr txBox="1"/>
          <p:nvPr>
            <p:ph type="body" idx="6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62" name="Google Shape;1262;p70"/>
          <p:cNvSpPr txBox="1"/>
          <p:nvPr>
            <p:ph type="body" idx="7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63" name="Google Shape;1263;p70"/>
          <p:cNvSpPr txBox="1"/>
          <p:nvPr>
            <p:ph type="body" idx="8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64" name="Google Shape;1264;p70"/>
          <p:cNvSpPr txBox="1"/>
          <p:nvPr>
            <p:ph type="body" idx="9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L="914400" lvl="1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L="1371600" lvl="2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L="1828800" lvl="3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L="2286000" lvl="4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L="2743200" lvl="5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L="3200400" lvl="6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L="3657600" lvl="7" indent="-2921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L="4114800" lvl="8" indent="-2921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7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67" name="Google Shape;1267;p71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7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2" name="Google Shape;1272;p73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5" name="Google Shape;1275;p74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76" name="Google Shape;1276;p74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7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81" name="Google Shape;1281;p76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7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6" name="Google Shape;1286;p7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87" name="Google Shape;1287;p7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9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0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2" name="Google Shape;1292;p80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8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6" name="Google Shape;1296;p82"/>
          <p:cNvSpPr txBox="1"/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7" name="Google Shape;1297;p82"/>
          <p:cNvSpPr txBox="1"/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8" name="Google Shape;1298;p82"/>
          <p:cNvSpPr txBox="1"/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9" name="Google Shape;1299;p82"/>
          <p:cNvSpPr txBox="1"/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0" name="Google Shape;1300;p82"/>
          <p:cNvSpPr txBox="1"/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1" name="Google Shape;1301;p82"/>
          <p:cNvSpPr txBox="1"/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4" name="Google Shape;1304;p83"/>
          <p:cNvSpPr txBox="1"/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5" name="Google Shape;1305;p83"/>
          <p:cNvSpPr/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8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8" name="Google Shape;1308;p84"/>
          <p:cNvSpPr txBox="1"/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9" name="Google Shape;1309;p84"/>
          <p:cNvSpPr txBox="1"/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0" name="Google Shape;1310;p84"/>
          <p:cNvSpPr txBox="1"/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1" name="Google Shape;1311;p84"/>
          <p:cNvSpPr txBox="1"/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85"/>
          <p:cNvSpPr txBox="1"/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4" name="Google Shape;1314;p85"/>
          <p:cNvSpPr txBox="1"/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5" name="Google Shape;1315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6" name="Google Shape;1316;p85"/>
          <p:cNvSpPr txBox="1"/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7" name="Google Shape;1317;p85"/>
          <p:cNvSpPr txBox="1"/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8" name="Google Shape;1318;p85"/>
          <p:cNvSpPr txBox="1"/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19" name="Google Shape;1319;p85"/>
          <p:cNvSpPr txBox="1"/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2" name="Google Shape;1322;p86"/>
          <p:cNvSpPr/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87"/>
          <p:cNvSpPr txBox="1"/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5" name="Google Shape;1325;p87"/>
          <p:cNvSpPr/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26" name="Google Shape;1326;p87"/>
          <p:cNvSpPr/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27" name="Google Shape;1327;p87"/>
          <p:cNvSpPr txBox="1"/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8" name="Google Shape;1328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9" name="Google Shape;1329;p87"/>
          <p:cNvSpPr txBox="1"/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30" name="Google Shape;1330;p87"/>
          <p:cNvSpPr txBox="1"/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8"/>
          <p:cNvSpPr txBox="1"/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3" name="Google Shape;1333;p88"/>
          <p:cNvSpPr/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4" name="Google Shape;1334;p88"/>
          <p:cNvSpPr/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88"/>
          <p:cNvSpPr txBox="1"/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6" name="Google Shape;1336;p88"/>
          <p:cNvSpPr/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88"/>
          <p:cNvSpPr txBox="1"/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38" name="Google Shape;1338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9" name="Google Shape;1339;p88"/>
          <p:cNvSpPr txBox="1"/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0" name="Google Shape;1340;p88"/>
          <p:cNvSpPr txBox="1"/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41" name="Google Shape;1341;p88"/>
          <p:cNvSpPr txBox="1"/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9"/>
          <p:cNvSpPr/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90"/>
          <p:cNvSpPr/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6" name="Google Shape;1346;p90"/>
          <p:cNvSpPr/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7" name="Google Shape;1347;p90"/>
          <p:cNvSpPr/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8" name="Google Shape;1348;p90"/>
          <p:cNvSpPr/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9" name="Google Shape;1349;p90"/>
          <p:cNvSpPr/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0" name="Google Shape;1350;p90"/>
          <p:cNvSpPr/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9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2" name="Google Shape;1352;p90"/>
          <p:cNvSpPr/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3" name="Google Shape;1353;p90"/>
          <p:cNvSpPr/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90"/>
          <p:cNvSpPr/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6" Type="http://schemas.openxmlformats.org/officeDocument/2006/relationships/theme" Target="../theme/theme1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4" Type="http://schemas.openxmlformats.org/officeDocument/2006/relationships/theme" Target="../theme/theme2.xml"/><Relationship Id="rId43" Type="http://schemas.openxmlformats.org/officeDocument/2006/relationships/slideLayout" Target="../slideLayouts/slideLayout88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2.xml"/><Relationship Id="rId36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0.xml"/><Relationship Id="rId34" Type="http://schemas.openxmlformats.org/officeDocument/2006/relationships/slideLayout" Target="../slideLayouts/slideLayout79.xml"/><Relationship Id="rId33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3" Type="http://schemas.openxmlformats.org/officeDocument/2006/relationships/slideLayout" Target="../slideLayouts/slideLayout48.xml"/><Relationship Id="rId29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5975" y="445025"/>
            <a:ext cx="769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 panose="020B0503020202020204"/>
              <a:buNone/>
              <a:defRPr sz="3500" b="1">
                <a:solidFill>
                  <a:schemeClr val="dk2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5975" y="1152475"/>
            <a:ext cx="769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46" name="Google Shape;346;p47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 b="1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 panose="020B0604020202020204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  <p:sldLayoutId id="2147483735" r:id="rId41"/>
    <p:sldLayoutId id="2147483736" r:id="rId42"/>
    <p:sldLayoutId id="2147483737" r:id="rId4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3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91"/>
          <p:cNvSpPr txBox="1"/>
          <p:nvPr>
            <p:ph type="ctrTitle"/>
          </p:nvPr>
        </p:nvSpPr>
        <p:spPr>
          <a:xfrm>
            <a:off x="0" y="1517125"/>
            <a:ext cx="9189300" cy="121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0"/>
              <a:t>The Public Perception of AI </a:t>
            </a:r>
            <a:endParaRPr sz="5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Focusing on Work and Education</a:t>
            </a:r>
            <a:endParaRPr sz="7900"/>
          </a:p>
        </p:txBody>
      </p:sp>
      <p:sp>
        <p:nvSpPr>
          <p:cNvPr id="1360" name="Google Shape;1360;p91"/>
          <p:cNvSpPr txBox="1"/>
          <p:nvPr>
            <p:ph type="subTitle" idx="1"/>
          </p:nvPr>
        </p:nvSpPr>
        <p:spPr>
          <a:xfrm>
            <a:off x="2659800" y="3307347"/>
            <a:ext cx="3869700" cy="370500"/>
          </a:xfrm>
          <a:prstGeom prst="rect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Hanning and Isabella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61" name="Google Shape;1361;p91"/>
          <p:cNvGrpSpPr/>
          <p:nvPr/>
        </p:nvGrpSpPr>
        <p:grpSpPr>
          <a:xfrm>
            <a:off x="7707856" y="3921728"/>
            <a:ext cx="1174219" cy="940253"/>
            <a:chOff x="7599131" y="3133090"/>
            <a:chExt cx="1174219" cy="940253"/>
          </a:xfrm>
        </p:grpSpPr>
        <p:sp>
          <p:nvSpPr>
            <p:cNvPr id="1362" name="Google Shape;1362;p91"/>
            <p:cNvSpPr/>
            <p:nvPr/>
          </p:nvSpPr>
          <p:spPr>
            <a:xfrm rot="358386" flipH="1">
              <a:off x="7639400" y="3187739"/>
              <a:ext cx="1093680" cy="830955"/>
            </a:xfrm>
            <a:custGeom>
              <a:avLst/>
              <a:gdLst/>
              <a:ahLst/>
              <a:cxnLst/>
              <a:rect l="l" t="t" r="r" b="b"/>
              <a:pathLst>
                <a:path w="12225" h="9289" extrusionOk="0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63" name="Google Shape;1363;p91"/>
            <p:cNvGrpSpPr/>
            <p:nvPr/>
          </p:nvGrpSpPr>
          <p:grpSpPr>
            <a:xfrm rot="358386" flipH="1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1364" name="Google Shape;1364;p91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avLst/>
                <a:gdLst/>
                <a:ahLst/>
                <a:cxnLst/>
                <a:rect l="l" t="t" r="r" b="b"/>
                <a:pathLst>
                  <a:path w="12226" h="6566" extrusionOk="0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5" name="Google Shape;1365;p91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2724" extrusionOk="0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6" name="Google Shape;1366;p91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7" name="Google Shape;1367;p91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68" name="Google Shape;1368;p91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8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369" name="Google Shape;1369;p91"/>
          <p:cNvGrpSpPr/>
          <p:nvPr/>
        </p:nvGrpSpPr>
        <p:grpSpPr>
          <a:xfrm>
            <a:off x="7605146" y="181676"/>
            <a:ext cx="812889" cy="755439"/>
            <a:chOff x="7664871" y="151651"/>
            <a:chExt cx="812889" cy="755439"/>
          </a:xfrm>
        </p:grpSpPr>
        <p:sp>
          <p:nvSpPr>
            <p:cNvPr id="1370" name="Google Shape;1370;p91"/>
            <p:cNvSpPr/>
            <p:nvPr/>
          </p:nvSpPr>
          <p:spPr>
            <a:xfrm rot="408094">
              <a:off x="7702111" y="193010"/>
              <a:ext cx="738412" cy="672722"/>
            </a:xfrm>
            <a:custGeom>
              <a:avLst/>
              <a:gdLst/>
              <a:ahLst/>
              <a:cxnLst/>
              <a:rect l="l" t="t" r="r" b="b"/>
              <a:pathLst>
                <a:path w="6115" h="5571" extrusionOk="0">
                  <a:moveTo>
                    <a:pt x="3058" y="1"/>
                  </a:moveTo>
                  <a:cubicBezTo>
                    <a:pt x="2345" y="1"/>
                    <a:pt x="1632" y="272"/>
                    <a:pt x="1089" y="816"/>
                  </a:cubicBezTo>
                  <a:cubicBezTo>
                    <a:pt x="1" y="1904"/>
                    <a:pt x="1" y="3667"/>
                    <a:pt x="1089" y="4755"/>
                  </a:cubicBezTo>
                  <a:cubicBezTo>
                    <a:pt x="1632" y="5298"/>
                    <a:pt x="2345" y="5570"/>
                    <a:pt x="3058" y="5570"/>
                  </a:cubicBezTo>
                  <a:cubicBezTo>
                    <a:pt x="3770" y="5570"/>
                    <a:pt x="4483" y="5298"/>
                    <a:pt x="5026" y="4755"/>
                  </a:cubicBezTo>
                  <a:cubicBezTo>
                    <a:pt x="6115" y="3667"/>
                    <a:pt x="6115" y="1904"/>
                    <a:pt x="5026" y="816"/>
                  </a:cubicBezTo>
                  <a:cubicBezTo>
                    <a:pt x="4483" y="272"/>
                    <a:pt x="3770" y="1"/>
                    <a:pt x="3058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71" name="Google Shape;1371;p91"/>
            <p:cNvGrpSpPr/>
            <p:nvPr/>
          </p:nvGrpSpPr>
          <p:grpSpPr>
            <a:xfrm rot="408094">
              <a:off x="7702108" y="193009"/>
              <a:ext cx="738412" cy="672722"/>
              <a:chOff x="3392500" y="181000"/>
              <a:chExt cx="700168" cy="637880"/>
            </a:xfrm>
          </p:grpSpPr>
          <p:sp>
            <p:nvSpPr>
              <p:cNvPr id="1372" name="Google Shape;1372;p91"/>
              <p:cNvSpPr/>
              <p:nvPr/>
            </p:nvSpPr>
            <p:spPr>
              <a:xfrm>
                <a:off x="3392500" y="181000"/>
                <a:ext cx="700168" cy="637880"/>
              </a:xfrm>
              <a:custGeom>
                <a:avLst/>
                <a:gdLst/>
                <a:ahLst/>
                <a:cxnLst/>
                <a:rect l="l" t="t" r="r" b="b"/>
                <a:pathLst>
                  <a:path w="6115" h="5571" extrusionOk="0">
                    <a:moveTo>
                      <a:pt x="3058" y="1"/>
                    </a:moveTo>
                    <a:cubicBezTo>
                      <a:pt x="2345" y="1"/>
                      <a:pt x="1632" y="272"/>
                      <a:pt x="1089" y="816"/>
                    </a:cubicBezTo>
                    <a:cubicBezTo>
                      <a:pt x="1" y="1904"/>
                      <a:pt x="1" y="3667"/>
                      <a:pt x="1089" y="4755"/>
                    </a:cubicBezTo>
                    <a:cubicBezTo>
                      <a:pt x="1632" y="5298"/>
                      <a:pt x="2345" y="5570"/>
                      <a:pt x="3058" y="5570"/>
                    </a:cubicBezTo>
                    <a:cubicBezTo>
                      <a:pt x="3770" y="5570"/>
                      <a:pt x="4483" y="5298"/>
                      <a:pt x="5026" y="4755"/>
                    </a:cubicBezTo>
                    <a:cubicBezTo>
                      <a:pt x="6115" y="3667"/>
                      <a:pt x="6115" y="1904"/>
                      <a:pt x="5026" y="816"/>
                    </a:cubicBezTo>
                    <a:cubicBezTo>
                      <a:pt x="4483" y="272"/>
                      <a:pt x="3770" y="1"/>
                      <a:pt x="3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3" name="Google Shape;1373;p91"/>
              <p:cNvSpPr/>
              <p:nvPr/>
            </p:nvSpPr>
            <p:spPr>
              <a:xfrm>
                <a:off x="3614513" y="329391"/>
                <a:ext cx="117477" cy="341096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2979" extrusionOk="0">
                    <a:moveTo>
                      <a:pt x="534" y="0"/>
                    </a:moveTo>
                    <a:lnTo>
                      <a:pt x="0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4" name="Google Shape;1374;p91"/>
              <p:cNvSpPr/>
              <p:nvPr/>
            </p:nvSpPr>
            <p:spPr>
              <a:xfrm>
                <a:off x="3753286" y="329391"/>
                <a:ext cx="117592" cy="341096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2979" extrusionOk="0">
                    <a:moveTo>
                      <a:pt x="534" y="0"/>
                    </a:moveTo>
                    <a:lnTo>
                      <a:pt x="1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5" name="Google Shape;1375;p91"/>
              <p:cNvSpPr/>
              <p:nvPr/>
            </p:nvSpPr>
            <p:spPr>
              <a:xfrm>
                <a:off x="3568256" y="402441"/>
                <a:ext cx="369263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00" extrusionOk="0">
                    <a:moveTo>
                      <a:pt x="3224" y="1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0" y="500"/>
                    </a:lnTo>
                    <a:lnTo>
                      <a:pt x="3152" y="487"/>
                    </a:lnTo>
                    <a:lnTo>
                      <a:pt x="32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6" name="Google Shape;1376;p91"/>
              <p:cNvSpPr/>
              <p:nvPr/>
            </p:nvSpPr>
            <p:spPr>
              <a:xfrm>
                <a:off x="3547875" y="540184"/>
                <a:ext cx="369263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00" extrusionOk="0">
                    <a:moveTo>
                      <a:pt x="3224" y="0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3152" y="488"/>
                    </a:lnTo>
                    <a:lnTo>
                      <a:pt x="32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377" name="Google Shape;1377;p91"/>
          <p:cNvGrpSpPr/>
          <p:nvPr/>
        </p:nvGrpSpPr>
        <p:grpSpPr>
          <a:xfrm>
            <a:off x="392271" y="3307359"/>
            <a:ext cx="972273" cy="972270"/>
            <a:chOff x="392271" y="3307359"/>
            <a:chExt cx="972273" cy="972270"/>
          </a:xfrm>
        </p:grpSpPr>
        <p:sp>
          <p:nvSpPr>
            <p:cNvPr id="1378" name="Google Shape;1378;p91"/>
            <p:cNvSpPr/>
            <p:nvPr/>
          </p:nvSpPr>
          <p:spPr>
            <a:xfrm rot="-491550">
              <a:off x="449070" y="3364158"/>
              <a:ext cx="858672" cy="858672"/>
            </a:xfrm>
            <a:custGeom>
              <a:avLst/>
              <a:gdLst/>
              <a:ahLst/>
              <a:cxnLst/>
              <a:rect l="l" t="t" r="r" b="b"/>
              <a:pathLst>
                <a:path w="14149" h="14149" extrusionOk="0">
                  <a:moveTo>
                    <a:pt x="7075" y="1"/>
                  </a:moveTo>
                  <a:cubicBezTo>
                    <a:pt x="5198" y="1"/>
                    <a:pt x="3399" y="746"/>
                    <a:pt x="2073" y="2073"/>
                  </a:cubicBezTo>
                  <a:cubicBezTo>
                    <a:pt x="746" y="3400"/>
                    <a:pt x="0" y="5198"/>
                    <a:pt x="0" y="7074"/>
                  </a:cubicBezTo>
                  <a:cubicBezTo>
                    <a:pt x="0" y="8951"/>
                    <a:pt x="746" y="10750"/>
                    <a:pt x="2073" y="12076"/>
                  </a:cubicBezTo>
                  <a:cubicBezTo>
                    <a:pt x="3399" y="13403"/>
                    <a:pt x="5198" y="14149"/>
                    <a:pt x="7075" y="14149"/>
                  </a:cubicBezTo>
                  <a:cubicBezTo>
                    <a:pt x="8951" y="14149"/>
                    <a:pt x="10749" y="13403"/>
                    <a:pt x="12076" y="12076"/>
                  </a:cubicBezTo>
                  <a:cubicBezTo>
                    <a:pt x="13403" y="10750"/>
                    <a:pt x="14148" y="8951"/>
                    <a:pt x="14148" y="7074"/>
                  </a:cubicBezTo>
                  <a:cubicBezTo>
                    <a:pt x="14148" y="5198"/>
                    <a:pt x="13403" y="3400"/>
                    <a:pt x="12076" y="2073"/>
                  </a:cubicBezTo>
                  <a:cubicBezTo>
                    <a:pt x="10749" y="746"/>
                    <a:pt x="8951" y="1"/>
                    <a:pt x="7075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79" name="Google Shape;1379;p91"/>
            <p:cNvGrpSpPr/>
            <p:nvPr/>
          </p:nvGrpSpPr>
          <p:grpSpPr>
            <a:xfrm rot="-491550">
              <a:off x="449074" y="3364157"/>
              <a:ext cx="858672" cy="858672"/>
              <a:chOff x="3108675" y="83925"/>
              <a:chExt cx="858667" cy="858667"/>
            </a:xfrm>
          </p:grpSpPr>
          <p:sp>
            <p:nvSpPr>
              <p:cNvPr id="1380" name="Google Shape;1380;p91"/>
              <p:cNvSpPr/>
              <p:nvPr/>
            </p:nvSpPr>
            <p:spPr>
              <a:xfrm>
                <a:off x="3108675" y="83925"/>
                <a:ext cx="858667" cy="858667"/>
              </a:xfrm>
              <a:custGeom>
                <a:avLst/>
                <a:gdLst/>
                <a:ahLst/>
                <a:cxnLst/>
                <a:rect l="l" t="t" r="r" b="b"/>
                <a:pathLst>
                  <a:path w="14149" h="14149" extrusionOk="0">
                    <a:moveTo>
                      <a:pt x="7074" y="1"/>
                    </a:moveTo>
                    <a:cubicBezTo>
                      <a:pt x="5198" y="1"/>
                      <a:pt x="3398" y="745"/>
                      <a:pt x="2071" y="2072"/>
                    </a:cubicBezTo>
                    <a:cubicBezTo>
                      <a:pt x="745" y="3399"/>
                      <a:pt x="0" y="5198"/>
                      <a:pt x="0" y="7074"/>
                    </a:cubicBezTo>
                    <a:cubicBezTo>
                      <a:pt x="0" y="8951"/>
                      <a:pt x="745" y="10750"/>
                      <a:pt x="2071" y="12076"/>
                    </a:cubicBezTo>
                    <a:cubicBezTo>
                      <a:pt x="3398" y="13403"/>
                      <a:pt x="5198" y="14149"/>
                      <a:pt x="7074" y="14149"/>
                    </a:cubicBezTo>
                    <a:cubicBezTo>
                      <a:pt x="8949" y="14149"/>
                      <a:pt x="10749" y="13403"/>
                      <a:pt x="12076" y="12076"/>
                    </a:cubicBezTo>
                    <a:cubicBezTo>
                      <a:pt x="13402" y="10750"/>
                      <a:pt x="14148" y="8951"/>
                      <a:pt x="14148" y="7074"/>
                    </a:cubicBezTo>
                    <a:cubicBezTo>
                      <a:pt x="14148" y="5198"/>
                      <a:pt x="13402" y="3399"/>
                      <a:pt x="12076" y="2072"/>
                    </a:cubicBezTo>
                    <a:cubicBezTo>
                      <a:pt x="10749" y="745"/>
                      <a:pt x="8949" y="1"/>
                      <a:pt x="70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1" name="Google Shape;1381;p91"/>
              <p:cNvSpPr/>
              <p:nvPr/>
            </p:nvSpPr>
            <p:spPr>
              <a:xfrm>
                <a:off x="3153826" y="129015"/>
                <a:ext cx="768425" cy="768425"/>
              </a:xfrm>
              <a:custGeom>
                <a:avLst/>
                <a:gdLst/>
                <a:ahLst/>
                <a:cxnLst/>
                <a:rect l="l" t="t" r="r" b="b"/>
                <a:pathLst>
                  <a:path w="12662" h="12662" extrusionOk="0">
                    <a:moveTo>
                      <a:pt x="6331" y="0"/>
                    </a:moveTo>
                    <a:cubicBezTo>
                      <a:pt x="4652" y="0"/>
                      <a:pt x="3042" y="668"/>
                      <a:pt x="1855" y="1854"/>
                    </a:cubicBezTo>
                    <a:cubicBezTo>
                      <a:pt x="667" y="3042"/>
                      <a:pt x="1" y="4652"/>
                      <a:pt x="1" y="6331"/>
                    </a:cubicBezTo>
                    <a:cubicBezTo>
                      <a:pt x="1" y="8010"/>
                      <a:pt x="667" y="9620"/>
                      <a:pt x="1855" y="10808"/>
                    </a:cubicBezTo>
                    <a:cubicBezTo>
                      <a:pt x="3042" y="11995"/>
                      <a:pt x="4652" y="12662"/>
                      <a:pt x="6331" y="12662"/>
                    </a:cubicBezTo>
                    <a:cubicBezTo>
                      <a:pt x="8010" y="12662"/>
                      <a:pt x="9621" y="11995"/>
                      <a:pt x="10807" y="10808"/>
                    </a:cubicBezTo>
                    <a:cubicBezTo>
                      <a:pt x="11994" y="9620"/>
                      <a:pt x="12662" y="8010"/>
                      <a:pt x="12662" y="6331"/>
                    </a:cubicBezTo>
                    <a:cubicBezTo>
                      <a:pt x="12662" y="4652"/>
                      <a:pt x="11994" y="3042"/>
                      <a:pt x="10807" y="1854"/>
                    </a:cubicBezTo>
                    <a:cubicBezTo>
                      <a:pt x="9621" y="668"/>
                      <a:pt x="8010" y="0"/>
                      <a:pt x="6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2" name="Google Shape;1382;p91"/>
              <p:cNvSpPr/>
              <p:nvPr/>
            </p:nvSpPr>
            <p:spPr>
              <a:xfrm>
                <a:off x="3377516" y="331950"/>
                <a:ext cx="321280" cy="380086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6263" extrusionOk="0">
                    <a:moveTo>
                      <a:pt x="710" y="1"/>
                    </a:moveTo>
                    <a:cubicBezTo>
                      <a:pt x="710" y="1"/>
                      <a:pt x="675" y="1821"/>
                      <a:pt x="674" y="3213"/>
                    </a:cubicBezTo>
                    <a:cubicBezTo>
                      <a:pt x="674" y="4607"/>
                      <a:pt x="1" y="6263"/>
                      <a:pt x="2647" y="6263"/>
                    </a:cubicBezTo>
                    <a:cubicBezTo>
                      <a:pt x="5294" y="6263"/>
                      <a:pt x="4620" y="4607"/>
                      <a:pt x="4620" y="3213"/>
                    </a:cubicBezTo>
                    <a:cubicBezTo>
                      <a:pt x="4619" y="1821"/>
                      <a:pt x="4584" y="1"/>
                      <a:pt x="45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3" name="Google Shape;1383;p91"/>
              <p:cNvSpPr/>
              <p:nvPr/>
            </p:nvSpPr>
            <p:spPr>
              <a:xfrm>
                <a:off x="3318650" y="526935"/>
                <a:ext cx="437011" cy="340275"/>
              </a:xfrm>
              <a:custGeom>
                <a:avLst/>
                <a:gdLst/>
                <a:ahLst/>
                <a:cxnLst/>
                <a:rect l="l" t="t" r="r" b="b"/>
                <a:pathLst>
                  <a:path w="7201" h="5607" extrusionOk="0">
                    <a:moveTo>
                      <a:pt x="3598" y="0"/>
                    </a:moveTo>
                    <a:cubicBezTo>
                      <a:pt x="3001" y="0"/>
                      <a:pt x="1352" y="206"/>
                      <a:pt x="851" y="755"/>
                    </a:cubicBezTo>
                    <a:cubicBezTo>
                      <a:pt x="608" y="1023"/>
                      <a:pt x="301" y="2716"/>
                      <a:pt x="1" y="4352"/>
                    </a:cubicBezTo>
                    <a:cubicBezTo>
                      <a:pt x="994" y="5137"/>
                      <a:pt x="2250" y="5606"/>
                      <a:pt x="3615" y="5606"/>
                    </a:cubicBezTo>
                    <a:cubicBezTo>
                      <a:pt x="4967" y="5606"/>
                      <a:pt x="6211" y="5145"/>
                      <a:pt x="7201" y="4373"/>
                    </a:cubicBezTo>
                    <a:cubicBezTo>
                      <a:pt x="6899" y="2729"/>
                      <a:pt x="6592" y="1025"/>
                      <a:pt x="6346" y="755"/>
                    </a:cubicBezTo>
                    <a:cubicBezTo>
                      <a:pt x="5845" y="206"/>
                      <a:pt x="4196" y="0"/>
                      <a:pt x="35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4" name="Google Shape;1384;p91"/>
              <p:cNvSpPr/>
              <p:nvPr/>
            </p:nvSpPr>
            <p:spPr>
              <a:xfrm>
                <a:off x="3318650" y="546779"/>
                <a:ext cx="100377" cy="287902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4744" extrusionOk="0">
                    <a:moveTo>
                      <a:pt x="1619" y="0"/>
                    </a:moveTo>
                    <a:cubicBezTo>
                      <a:pt x="1293" y="110"/>
                      <a:pt x="1013" y="251"/>
                      <a:pt x="851" y="428"/>
                    </a:cubicBezTo>
                    <a:cubicBezTo>
                      <a:pt x="608" y="696"/>
                      <a:pt x="301" y="2389"/>
                      <a:pt x="1" y="4025"/>
                    </a:cubicBezTo>
                    <a:cubicBezTo>
                      <a:pt x="360" y="4308"/>
                      <a:pt x="754" y="4550"/>
                      <a:pt x="1173" y="4743"/>
                    </a:cubicBezTo>
                    <a:cubicBezTo>
                      <a:pt x="1403" y="3963"/>
                      <a:pt x="1571" y="2891"/>
                      <a:pt x="1626" y="1702"/>
                    </a:cubicBezTo>
                    <a:cubicBezTo>
                      <a:pt x="1653" y="1101"/>
                      <a:pt x="1650" y="525"/>
                      <a:pt x="1619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5" name="Google Shape;1385;p91"/>
              <p:cNvSpPr/>
              <p:nvPr/>
            </p:nvSpPr>
            <p:spPr>
              <a:xfrm>
                <a:off x="3655339" y="546840"/>
                <a:ext cx="100316" cy="288508"/>
              </a:xfrm>
              <a:custGeom>
                <a:avLst/>
                <a:gdLst/>
                <a:ahLst/>
                <a:cxnLst/>
                <a:rect l="l" t="t" r="r" b="b"/>
                <a:pathLst>
                  <a:path w="1653" h="4754" extrusionOk="0">
                    <a:moveTo>
                      <a:pt x="35" y="0"/>
                    </a:moveTo>
                    <a:cubicBezTo>
                      <a:pt x="4" y="525"/>
                      <a:pt x="0" y="1100"/>
                      <a:pt x="28" y="1701"/>
                    </a:cubicBezTo>
                    <a:cubicBezTo>
                      <a:pt x="83" y="2896"/>
                      <a:pt x="254" y="3972"/>
                      <a:pt x="484" y="4754"/>
                    </a:cubicBezTo>
                    <a:cubicBezTo>
                      <a:pt x="903" y="4563"/>
                      <a:pt x="1295" y="4325"/>
                      <a:pt x="1653" y="4045"/>
                    </a:cubicBezTo>
                    <a:cubicBezTo>
                      <a:pt x="1351" y="2401"/>
                      <a:pt x="1044" y="697"/>
                      <a:pt x="798" y="427"/>
                    </a:cubicBezTo>
                    <a:cubicBezTo>
                      <a:pt x="638" y="251"/>
                      <a:pt x="359" y="110"/>
                      <a:pt x="35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6" name="Google Shape;1386;p91"/>
              <p:cNvSpPr/>
              <p:nvPr/>
            </p:nvSpPr>
            <p:spPr>
              <a:xfrm>
                <a:off x="3455195" y="526995"/>
                <a:ext cx="165556" cy="126048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2077" extrusionOk="0">
                    <a:moveTo>
                      <a:pt x="1348" y="0"/>
                    </a:moveTo>
                    <a:cubicBezTo>
                      <a:pt x="1061" y="0"/>
                      <a:pt x="534" y="47"/>
                      <a:pt x="7" y="157"/>
                    </a:cubicBezTo>
                    <a:cubicBezTo>
                      <a:pt x="1" y="1301"/>
                      <a:pt x="688" y="2077"/>
                      <a:pt x="1365" y="2077"/>
                    </a:cubicBezTo>
                    <a:lnTo>
                      <a:pt x="1367" y="2077"/>
                    </a:lnTo>
                    <a:cubicBezTo>
                      <a:pt x="2042" y="2077"/>
                      <a:pt x="2727" y="1304"/>
                      <a:pt x="2725" y="164"/>
                    </a:cubicBezTo>
                    <a:cubicBezTo>
                      <a:pt x="2186" y="49"/>
                      <a:pt x="1641" y="0"/>
                      <a:pt x="1348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7" name="Google Shape;1387;p91"/>
              <p:cNvSpPr/>
              <p:nvPr/>
            </p:nvSpPr>
            <p:spPr>
              <a:xfrm>
                <a:off x="3482808" y="411995"/>
                <a:ext cx="110451" cy="174112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2869" extrusionOk="0">
                    <a:moveTo>
                      <a:pt x="370" y="0"/>
                    </a:moveTo>
                    <a:cubicBezTo>
                      <a:pt x="370" y="0"/>
                      <a:pt x="1" y="1691"/>
                      <a:pt x="7" y="2129"/>
                    </a:cubicBezTo>
                    <a:cubicBezTo>
                      <a:pt x="12" y="2535"/>
                      <a:pt x="173" y="2868"/>
                      <a:pt x="910" y="2868"/>
                    </a:cubicBezTo>
                    <a:cubicBezTo>
                      <a:pt x="1647" y="2868"/>
                      <a:pt x="1808" y="2535"/>
                      <a:pt x="1814" y="2129"/>
                    </a:cubicBezTo>
                    <a:cubicBezTo>
                      <a:pt x="1820" y="1691"/>
                      <a:pt x="1451" y="0"/>
                      <a:pt x="1451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8" name="Google Shape;1388;p91"/>
              <p:cNvSpPr/>
              <p:nvPr/>
            </p:nvSpPr>
            <p:spPr>
              <a:xfrm>
                <a:off x="3389654" y="340628"/>
                <a:ext cx="75920" cy="87572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443" extrusionOk="0">
                    <a:moveTo>
                      <a:pt x="559" y="1"/>
                    </a:moveTo>
                    <a:cubicBezTo>
                      <a:pt x="523" y="1"/>
                      <a:pt x="488" y="5"/>
                      <a:pt x="453" y="13"/>
                    </a:cubicBezTo>
                    <a:cubicBezTo>
                      <a:pt x="160" y="79"/>
                      <a:pt x="0" y="409"/>
                      <a:pt x="96" y="748"/>
                    </a:cubicBezTo>
                    <a:cubicBezTo>
                      <a:pt x="184" y="1063"/>
                      <a:pt x="509" y="1442"/>
                      <a:pt x="789" y="1442"/>
                    </a:cubicBezTo>
                    <a:cubicBezTo>
                      <a:pt x="811" y="1442"/>
                      <a:pt x="832" y="1440"/>
                      <a:pt x="854" y="1435"/>
                    </a:cubicBezTo>
                    <a:cubicBezTo>
                      <a:pt x="1146" y="1368"/>
                      <a:pt x="1251" y="847"/>
                      <a:pt x="1155" y="507"/>
                    </a:cubicBezTo>
                    <a:cubicBezTo>
                      <a:pt x="1071" y="208"/>
                      <a:pt x="817" y="1"/>
                      <a:pt x="559" y="1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89" name="Google Shape;1389;p91"/>
              <p:cNvSpPr/>
              <p:nvPr/>
            </p:nvSpPr>
            <p:spPr>
              <a:xfrm>
                <a:off x="3610492" y="340628"/>
                <a:ext cx="75981" cy="87572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1443" extrusionOk="0">
                    <a:moveTo>
                      <a:pt x="692" y="1"/>
                    </a:moveTo>
                    <a:cubicBezTo>
                      <a:pt x="433" y="1"/>
                      <a:pt x="180" y="208"/>
                      <a:pt x="96" y="507"/>
                    </a:cubicBezTo>
                    <a:cubicBezTo>
                      <a:pt x="1" y="847"/>
                      <a:pt x="106" y="1368"/>
                      <a:pt x="398" y="1435"/>
                    </a:cubicBezTo>
                    <a:cubicBezTo>
                      <a:pt x="419" y="1440"/>
                      <a:pt x="441" y="1442"/>
                      <a:pt x="462" y="1442"/>
                    </a:cubicBezTo>
                    <a:cubicBezTo>
                      <a:pt x="743" y="1442"/>
                      <a:pt x="1066" y="1063"/>
                      <a:pt x="1156" y="748"/>
                    </a:cubicBezTo>
                    <a:cubicBezTo>
                      <a:pt x="1251" y="409"/>
                      <a:pt x="1091" y="79"/>
                      <a:pt x="799" y="13"/>
                    </a:cubicBezTo>
                    <a:cubicBezTo>
                      <a:pt x="763" y="5"/>
                      <a:pt x="728" y="1"/>
                      <a:pt x="692" y="1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0" name="Google Shape;1390;p91"/>
              <p:cNvSpPr/>
              <p:nvPr/>
            </p:nvSpPr>
            <p:spPr>
              <a:xfrm>
                <a:off x="3422546" y="228480"/>
                <a:ext cx="231037" cy="273822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4512" extrusionOk="0">
                    <a:moveTo>
                      <a:pt x="1903" y="0"/>
                    </a:moveTo>
                    <a:cubicBezTo>
                      <a:pt x="900" y="0"/>
                      <a:pt x="63" y="824"/>
                      <a:pt x="32" y="1872"/>
                    </a:cubicBezTo>
                    <a:cubicBezTo>
                      <a:pt x="0" y="2955"/>
                      <a:pt x="827" y="4511"/>
                      <a:pt x="1903" y="4511"/>
                    </a:cubicBezTo>
                    <a:cubicBezTo>
                      <a:pt x="2979" y="4511"/>
                      <a:pt x="3806" y="2955"/>
                      <a:pt x="3774" y="1872"/>
                    </a:cubicBezTo>
                    <a:cubicBezTo>
                      <a:pt x="3744" y="824"/>
                      <a:pt x="2906" y="0"/>
                      <a:pt x="1903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1" name="Google Shape;1391;p91"/>
              <p:cNvSpPr/>
              <p:nvPr/>
            </p:nvSpPr>
            <p:spPr>
              <a:xfrm>
                <a:off x="3419876" y="217313"/>
                <a:ext cx="239048" cy="138732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2286" extrusionOk="0">
                    <a:moveTo>
                      <a:pt x="1970" y="0"/>
                    </a:moveTo>
                    <a:cubicBezTo>
                      <a:pt x="1" y="0"/>
                      <a:pt x="13" y="1890"/>
                      <a:pt x="13" y="1890"/>
                    </a:cubicBezTo>
                    <a:cubicBezTo>
                      <a:pt x="13" y="1890"/>
                      <a:pt x="139" y="2286"/>
                      <a:pt x="1970" y="2286"/>
                    </a:cubicBezTo>
                    <a:cubicBezTo>
                      <a:pt x="3801" y="2286"/>
                      <a:pt x="3885" y="1890"/>
                      <a:pt x="3885" y="1890"/>
                    </a:cubicBezTo>
                    <a:cubicBezTo>
                      <a:pt x="3885" y="1890"/>
                      <a:pt x="3939" y="0"/>
                      <a:pt x="19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2" name="Google Shape;1392;p91"/>
              <p:cNvSpPr/>
              <p:nvPr/>
            </p:nvSpPr>
            <p:spPr>
              <a:xfrm>
                <a:off x="3418480" y="331950"/>
                <a:ext cx="30769" cy="4248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700" extrusionOk="0">
                    <a:moveTo>
                      <a:pt x="36" y="1"/>
                    </a:moveTo>
                    <a:cubicBezTo>
                      <a:pt x="36" y="1"/>
                      <a:pt x="0" y="350"/>
                      <a:pt x="153" y="700"/>
                    </a:cubicBezTo>
                    <a:cubicBezTo>
                      <a:pt x="153" y="700"/>
                      <a:pt x="222" y="130"/>
                      <a:pt x="5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3" name="Google Shape;1393;p91"/>
              <p:cNvSpPr/>
              <p:nvPr/>
            </p:nvSpPr>
            <p:spPr>
              <a:xfrm>
                <a:off x="3627120" y="331950"/>
                <a:ext cx="30769" cy="42481"/>
              </a:xfrm>
              <a:custGeom>
                <a:avLst/>
                <a:gdLst/>
                <a:ahLst/>
                <a:cxnLst/>
                <a:rect l="l" t="t" r="r" b="b"/>
                <a:pathLst>
                  <a:path w="507" h="700" extrusionOk="0">
                    <a:moveTo>
                      <a:pt x="0" y="1"/>
                    </a:moveTo>
                    <a:cubicBezTo>
                      <a:pt x="284" y="130"/>
                      <a:pt x="353" y="700"/>
                      <a:pt x="353" y="700"/>
                    </a:cubicBezTo>
                    <a:cubicBezTo>
                      <a:pt x="506" y="350"/>
                      <a:pt x="470" y="1"/>
                      <a:pt x="4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394" name="Google Shape;1394;p91"/>
          <p:cNvSpPr/>
          <p:nvPr/>
        </p:nvSpPr>
        <p:spPr>
          <a:xfrm>
            <a:off x="1283800" y="4270138"/>
            <a:ext cx="264680" cy="243428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395" name="Google Shape;1395;p91"/>
          <p:cNvGrpSpPr/>
          <p:nvPr/>
        </p:nvGrpSpPr>
        <p:grpSpPr>
          <a:xfrm>
            <a:off x="333838" y="341763"/>
            <a:ext cx="725378" cy="595373"/>
            <a:chOff x="4064963" y="3978750"/>
            <a:chExt cx="725378" cy="595373"/>
          </a:xfrm>
        </p:grpSpPr>
        <p:sp>
          <p:nvSpPr>
            <p:cNvPr id="1396" name="Google Shape;1396;p91"/>
            <p:cNvSpPr/>
            <p:nvPr/>
          </p:nvSpPr>
          <p:spPr>
            <a:xfrm>
              <a:off x="4065003" y="3978750"/>
              <a:ext cx="725301" cy="595373"/>
            </a:xfrm>
            <a:custGeom>
              <a:avLst/>
              <a:gdLst/>
              <a:ahLst/>
              <a:cxnLst/>
              <a:rect l="l" t="t" r="r" b="b"/>
              <a:pathLst>
                <a:path w="9356" h="7680" extrusionOk="0">
                  <a:moveTo>
                    <a:pt x="1293" y="0"/>
                  </a:moveTo>
                  <a:cubicBezTo>
                    <a:pt x="582" y="0"/>
                    <a:pt x="0" y="583"/>
                    <a:pt x="0" y="1293"/>
                  </a:cubicBezTo>
                  <a:lnTo>
                    <a:pt x="0" y="4126"/>
                  </a:lnTo>
                  <a:cubicBezTo>
                    <a:pt x="0" y="4837"/>
                    <a:pt x="582" y="5419"/>
                    <a:pt x="1293" y="5419"/>
                  </a:cubicBezTo>
                  <a:lnTo>
                    <a:pt x="4995" y="5419"/>
                  </a:lnTo>
                  <a:lnTo>
                    <a:pt x="7996" y="7680"/>
                  </a:lnTo>
                  <a:lnTo>
                    <a:pt x="7621" y="5419"/>
                  </a:lnTo>
                  <a:lnTo>
                    <a:pt x="8063" y="5419"/>
                  </a:lnTo>
                  <a:cubicBezTo>
                    <a:pt x="8774" y="5419"/>
                    <a:pt x="9356" y="4838"/>
                    <a:pt x="9356" y="4126"/>
                  </a:cubicBezTo>
                  <a:lnTo>
                    <a:pt x="9356" y="1293"/>
                  </a:lnTo>
                  <a:cubicBezTo>
                    <a:pt x="9355" y="583"/>
                    <a:pt x="8774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397" name="Google Shape;1397;p91"/>
            <p:cNvGrpSpPr/>
            <p:nvPr/>
          </p:nvGrpSpPr>
          <p:grpSpPr>
            <a:xfrm>
              <a:off x="4064963" y="3981950"/>
              <a:ext cx="725378" cy="588978"/>
              <a:chOff x="2486400" y="3978750"/>
              <a:chExt cx="725378" cy="588978"/>
            </a:xfrm>
          </p:grpSpPr>
          <p:sp>
            <p:nvSpPr>
              <p:cNvPr id="1398" name="Google Shape;1398;p91"/>
              <p:cNvSpPr/>
              <p:nvPr/>
            </p:nvSpPr>
            <p:spPr>
              <a:xfrm>
                <a:off x="2486400" y="3978750"/>
                <a:ext cx="725378" cy="420172"/>
              </a:xfrm>
              <a:custGeom>
                <a:avLst/>
                <a:gdLst/>
                <a:ahLst/>
                <a:cxnLst/>
                <a:rect l="l" t="t" r="r" b="b"/>
                <a:pathLst>
                  <a:path w="9357" h="5420" extrusionOk="0">
                    <a:moveTo>
                      <a:pt x="1293" y="0"/>
                    </a:moveTo>
                    <a:cubicBezTo>
                      <a:pt x="583" y="0"/>
                      <a:pt x="1" y="583"/>
                      <a:pt x="1" y="1293"/>
                    </a:cubicBezTo>
                    <a:lnTo>
                      <a:pt x="1" y="4126"/>
                    </a:lnTo>
                    <a:cubicBezTo>
                      <a:pt x="1" y="4838"/>
                      <a:pt x="583" y="5419"/>
                      <a:pt x="1293" y="5419"/>
                    </a:cubicBezTo>
                    <a:lnTo>
                      <a:pt x="8062" y="5419"/>
                    </a:lnTo>
                    <a:cubicBezTo>
                      <a:pt x="8774" y="5419"/>
                      <a:pt x="9355" y="4837"/>
                      <a:pt x="9356" y="4126"/>
                    </a:cubicBezTo>
                    <a:lnTo>
                      <a:pt x="9356" y="1293"/>
                    </a:lnTo>
                    <a:cubicBezTo>
                      <a:pt x="9356" y="582"/>
                      <a:pt x="8774" y="0"/>
                      <a:pt x="80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99" name="Google Shape;1399;p91"/>
              <p:cNvSpPr/>
              <p:nvPr/>
            </p:nvSpPr>
            <p:spPr>
              <a:xfrm>
                <a:off x="2873628" y="4392450"/>
                <a:ext cx="232723" cy="175278"/>
              </a:xfrm>
              <a:custGeom>
                <a:avLst/>
                <a:gdLst/>
                <a:ahLst/>
                <a:cxnLst/>
                <a:rect l="l" t="t" r="r" b="b"/>
                <a:pathLst>
                  <a:path w="3002" h="2261" extrusionOk="0">
                    <a:moveTo>
                      <a:pt x="1" y="0"/>
                    </a:moveTo>
                    <a:lnTo>
                      <a:pt x="3002" y="2261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0" name="Google Shape;1400;p91"/>
              <p:cNvSpPr/>
              <p:nvPr/>
            </p:nvSpPr>
            <p:spPr>
              <a:xfrm>
                <a:off x="2570789" y="4065657"/>
                <a:ext cx="305284" cy="276290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564" extrusionOk="0">
                    <a:moveTo>
                      <a:pt x="1038" y="0"/>
                    </a:moveTo>
                    <a:cubicBezTo>
                      <a:pt x="1005" y="0"/>
                      <a:pt x="973" y="2"/>
                      <a:pt x="940" y="5"/>
                    </a:cubicBezTo>
                    <a:cubicBezTo>
                      <a:pt x="454" y="49"/>
                      <a:pt x="63" y="449"/>
                      <a:pt x="27" y="935"/>
                    </a:cubicBezTo>
                    <a:cubicBezTo>
                      <a:pt x="1" y="1266"/>
                      <a:pt x="137" y="1566"/>
                      <a:pt x="362" y="1768"/>
                    </a:cubicBezTo>
                    <a:lnTo>
                      <a:pt x="361" y="1768"/>
                    </a:lnTo>
                    <a:lnTo>
                      <a:pt x="1771" y="3470"/>
                    </a:lnTo>
                    <a:cubicBezTo>
                      <a:pt x="1822" y="3532"/>
                      <a:pt x="1896" y="3564"/>
                      <a:pt x="1970" y="3564"/>
                    </a:cubicBezTo>
                    <a:cubicBezTo>
                      <a:pt x="2044" y="3564"/>
                      <a:pt x="2117" y="3532"/>
                      <a:pt x="2169" y="3470"/>
                    </a:cubicBezTo>
                    <a:lnTo>
                      <a:pt x="3579" y="1768"/>
                    </a:lnTo>
                    <a:lnTo>
                      <a:pt x="3578" y="1768"/>
                    </a:lnTo>
                    <a:cubicBezTo>
                      <a:pt x="3803" y="1566"/>
                      <a:pt x="3938" y="1266"/>
                      <a:pt x="3913" y="935"/>
                    </a:cubicBezTo>
                    <a:cubicBezTo>
                      <a:pt x="3876" y="449"/>
                      <a:pt x="3485" y="49"/>
                      <a:pt x="3000" y="5"/>
                    </a:cubicBezTo>
                    <a:cubicBezTo>
                      <a:pt x="2967" y="2"/>
                      <a:pt x="2934" y="0"/>
                      <a:pt x="2902" y="0"/>
                    </a:cubicBezTo>
                    <a:cubicBezTo>
                      <a:pt x="2482" y="0"/>
                      <a:pt x="2123" y="255"/>
                      <a:pt x="1969" y="619"/>
                    </a:cubicBezTo>
                    <a:cubicBezTo>
                      <a:pt x="1816" y="255"/>
                      <a:pt x="1456" y="0"/>
                      <a:pt x="10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1" name="Google Shape;1401;p91"/>
              <p:cNvSpPr/>
              <p:nvPr/>
            </p:nvSpPr>
            <p:spPr>
              <a:xfrm>
                <a:off x="2962126" y="4088759"/>
                <a:ext cx="122641" cy="196520"/>
              </a:xfrm>
              <a:custGeom>
                <a:avLst/>
                <a:gdLst/>
                <a:ahLst/>
                <a:cxnLst/>
                <a:rect l="l" t="t" r="r" b="b"/>
                <a:pathLst>
                  <a:path w="1582" h="2535" extrusionOk="0">
                    <a:moveTo>
                      <a:pt x="721" y="0"/>
                    </a:moveTo>
                    <a:cubicBezTo>
                      <a:pt x="623" y="0"/>
                      <a:pt x="516" y="13"/>
                      <a:pt x="397" y="41"/>
                    </a:cubicBezTo>
                    <a:cubicBezTo>
                      <a:pt x="280" y="69"/>
                      <a:pt x="153" y="110"/>
                      <a:pt x="18" y="165"/>
                    </a:cubicBezTo>
                    <a:lnTo>
                      <a:pt x="18" y="505"/>
                    </a:lnTo>
                    <a:cubicBezTo>
                      <a:pt x="151" y="431"/>
                      <a:pt x="276" y="375"/>
                      <a:pt x="392" y="338"/>
                    </a:cubicBezTo>
                    <a:cubicBezTo>
                      <a:pt x="510" y="301"/>
                      <a:pt x="622" y="283"/>
                      <a:pt x="727" y="283"/>
                    </a:cubicBezTo>
                    <a:cubicBezTo>
                      <a:pt x="877" y="283"/>
                      <a:pt x="997" y="325"/>
                      <a:pt x="1089" y="408"/>
                    </a:cubicBezTo>
                    <a:cubicBezTo>
                      <a:pt x="1183" y="492"/>
                      <a:pt x="1229" y="600"/>
                      <a:pt x="1229" y="731"/>
                    </a:cubicBezTo>
                    <a:cubicBezTo>
                      <a:pt x="1229" y="813"/>
                      <a:pt x="1208" y="896"/>
                      <a:pt x="1165" y="980"/>
                    </a:cubicBezTo>
                    <a:cubicBezTo>
                      <a:pt x="1122" y="1064"/>
                      <a:pt x="1047" y="1165"/>
                      <a:pt x="939" y="1287"/>
                    </a:cubicBezTo>
                    <a:cubicBezTo>
                      <a:pt x="883" y="1351"/>
                      <a:pt x="744" y="1495"/>
                      <a:pt x="523" y="1719"/>
                    </a:cubicBezTo>
                    <a:cubicBezTo>
                      <a:pt x="303" y="1941"/>
                      <a:pt x="129" y="2119"/>
                      <a:pt x="0" y="2250"/>
                    </a:cubicBezTo>
                    <a:lnTo>
                      <a:pt x="0" y="2534"/>
                    </a:lnTo>
                    <a:lnTo>
                      <a:pt x="1581" y="2534"/>
                    </a:lnTo>
                    <a:lnTo>
                      <a:pt x="1581" y="2250"/>
                    </a:lnTo>
                    <a:lnTo>
                      <a:pt x="406" y="2250"/>
                    </a:lnTo>
                    <a:cubicBezTo>
                      <a:pt x="677" y="1974"/>
                      <a:pt x="887" y="1759"/>
                      <a:pt x="1036" y="1605"/>
                    </a:cubicBezTo>
                    <a:cubicBezTo>
                      <a:pt x="1185" y="1451"/>
                      <a:pt x="1274" y="1358"/>
                      <a:pt x="1301" y="1326"/>
                    </a:cubicBezTo>
                    <a:cubicBezTo>
                      <a:pt x="1402" y="1201"/>
                      <a:pt x="1472" y="1093"/>
                      <a:pt x="1509" y="1002"/>
                    </a:cubicBezTo>
                    <a:cubicBezTo>
                      <a:pt x="1548" y="909"/>
                      <a:pt x="1568" y="813"/>
                      <a:pt x="1568" y="710"/>
                    </a:cubicBezTo>
                    <a:cubicBezTo>
                      <a:pt x="1568" y="495"/>
                      <a:pt x="1491" y="322"/>
                      <a:pt x="1337" y="193"/>
                    </a:cubicBezTo>
                    <a:cubicBezTo>
                      <a:pt x="1184" y="65"/>
                      <a:pt x="978" y="0"/>
                      <a:pt x="7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402" name="Google Shape;1402;p91"/>
          <p:cNvGrpSpPr/>
          <p:nvPr/>
        </p:nvGrpSpPr>
        <p:grpSpPr>
          <a:xfrm>
            <a:off x="8373095" y="937135"/>
            <a:ext cx="508982" cy="485315"/>
            <a:chOff x="8264420" y="1017185"/>
            <a:chExt cx="508982" cy="485315"/>
          </a:xfrm>
        </p:grpSpPr>
        <p:sp>
          <p:nvSpPr>
            <p:cNvPr id="1403" name="Google Shape;1403;p91"/>
            <p:cNvSpPr/>
            <p:nvPr/>
          </p:nvSpPr>
          <p:spPr>
            <a:xfrm>
              <a:off x="8264420" y="1017185"/>
              <a:ext cx="508969" cy="485306"/>
            </a:xfrm>
            <a:custGeom>
              <a:avLst/>
              <a:gdLst/>
              <a:ahLst/>
              <a:cxnLst/>
              <a:rect l="l" t="t" r="r" b="b"/>
              <a:pathLst>
                <a:path w="7098" h="6768" extrusionOk="0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404" name="Google Shape;1404;p91"/>
            <p:cNvGrpSpPr/>
            <p:nvPr/>
          </p:nvGrpSpPr>
          <p:grpSpPr>
            <a:xfrm>
              <a:off x="8264433" y="1017193"/>
              <a:ext cx="508969" cy="485306"/>
              <a:chOff x="2714613" y="231688"/>
              <a:chExt cx="618733" cy="589967"/>
            </a:xfrm>
          </p:grpSpPr>
          <p:sp>
            <p:nvSpPr>
              <p:cNvPr id="1405" name="Google Shape;1405;p91"/>
              <p:cNvSpPr/>
              <p:nvPr/>
            </p:nvSpPr>
            <p:spPr>
              <a:xfrm>
                <a:off x="2714613" y="231688"/>
                <a:ext cx="618733" cy="589967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6768" extrusionOk="0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06" name="Google Shape;1406;p91"/>
              <p:cNvSpPr/>
              <p:nvPr/>
            </p:nvSpPr>
            <p:spPr>
              <a:xfrm>
                <a:off x="2851906" y="335401"/>
                <a:ext cx="372913" cy="354695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4069" extrusionOk="0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92"/>
          <p:cNvSpPr txBox="1"/>
          <p:nvPr>
            <p:ph type="body" idx="1"/>
          </p:nvPr>
        </p:nvSpPr>
        <p:spPr>
          <a:xfrm>
            <a:off x="2424125" y="0"/>
            <a:ext cx="6648900" cy="16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22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600"/>
              <a:t>After ChatGPT debuted to the public on Nov 30,2022, the world has been reshaped dramatically. </a:t>
            </a:r>
            <a:endParaRPr sz="1600"/>
          </a:p>
          <a:p>
            <a:pPr marL="457200" lvl="0" indent="-32258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1600"/>
              <a:t>Right now, ChatGPT has become the top 5 most </a:t>
            </a:r>
            <a:r>
              <a:rPr lang="en-GB" sz="1600"/>
              <a:t>popular</a:t>
            </a:r>
            <a:r>
              <a:rPr lang="en-GB" sz="1600"/>
              <a:t> </a:t>
            </a:r>
            <a:r>
              <a:rPr lang="en-GB" sz="1600"/>
              <a:t>websites in the world. All AI companies including Gemini, Claude, Deepseek, are competing against each other to occupy not only the technology sector, but also permeate into our daily lives.</a:t>
            </a:r>
            <a:endParaRPr sz="1600"/>
          </a:p>
        </p:txBody>
      </p:sp>
      <p:sp>
        <p:nvSpPr>
          <p:cNvPr id="1412" name="Google Shape;1412;p92"/>
          <p:cNvSpPr txBox="1"/>
          <p:nvPr>
            <p:ph type="title"/>
          </p:nvPr>
        </p:nvSpPr>
        <p:spPr>
          <a:xfrm rot="-289081">
            <a:off x="210096" y="315797"/>
            <a:ext cx="2100221" cy="5696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r>
              <a:rPr lang="en-GB"/>
              <a:t>Background</a:t>
            </a:r>
            <a:endParaRPr lang="en-GB"/>
          </a:p>
        </p:txBody>
      </p:sp>
      <p:pic>
        <p:nvPicPr>
          <p:cNvPr id="1413" name="Google Shape;1413;p92"/>
          <p:cNvPicPr preferRelativeResize="0"/>
          <p:nvPr/>
        </p:nvPicPr>
        <p:blipFill rotWithShape="1">
          <a:blip r:embed="rId1"/>
          <a:srcRect b="14339"/>
          <a:stretch>
            <a:fillRect/>
          </a:stretch>
        </p:blipFill>
        <p:spPr>
          <a:xfrm>
            <a:off x="296100" y="1519025"/>
            <a:ext cx="6936023" cy="3556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92"/>
          <p:cNvSpPr/>
          <p:nvPr/>
        </p:nvSpPr>
        <p:spPr>
          <a:xfrm>
            <a:off x="799775" y="3200975"/>
            <a:ext cx="1421400" cy="372300"/>
          </a:xfrm>
          <a:prstGeom prst="ellipse">
            <a:avLst/>
          </a:prstGeom>
          <a:solidFill>
            <a:srgbClr val="F2F2F2">
              <a:alpha val="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5" name="Google Shape;1415;p92"/>
          <p:cNvSpPr txBox="1"/>
          <p:nvPr/>
        </p:nvSpPr>
        <p:spPr>
          <a:xfrm>
            <a:off x="7164300" y="4593600"/>
            <a:ext cx="19797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https://analytics.explodingtopics.com/website</a:t>
            </a:r>
            <a:endParaRPr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3"/>
          <p:cNvSpPr txBox="1"/>
          <p:nvPr>
            <p:ph type="ctrTitle"/>
          </p:nvPr>
        </p:nvSpPr>
        <p:spPr>
          <a:xfrm>
            <a:off x="308250" y="1285875"/>
            <a:ext cx="8527500" cy="22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/>
              <a:t>Even with the rapid development of AI technology, what are the </a:t>
            </a:r>
            <a:r>
              <a:rPr lang="en-GB" sz="4000">
                <a:solidFill>
                  <a:schemeClr val="accent6"/>
                </a:solidFill>
              </a:rPr>
              <a:t>real feelings</a:t>
            </a:r>
            <a:r>
              <a:rPr lang="en-GB" sz="4000">
                <a:solidFill>
                  <a:srgbClr val="0000FF"/>
                </a:solidFill>
              </a:rPr>
              <a:t> </a:t>
            </a:r>
            <a:r>
              <a:rPr lang="en-GB" sz="4000"/>
              <a:t>of the general public? Is it excitement or fear?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94"/>
          <p:cNvSpPr txBox="1"/>
          <p:nvPr/>
        </p:nvSpPr>
        <p:spPr>
          <a:xfrm>
            <a:off x="1618225" y="220375"/>
            <a:ext cx="57936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1">
                <a:solidFill>
                  <a:srgbClr val="172447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rPr>
              <a:t>Dataset and Methodology</a:t>
            </a:r>
            <a:endParaRPr sz="3500" b="1">
              <a:solidFill>
                <a:srgbClr val="172447"/>
              </a:solidFill>
              <a:latin typeface="Golos Text" panose="020B0503020202020204"/>
              <a:ea typeface="Golos Text" panose="020B0503020202020204"/>
              <a:cs typeface="Golos Text" panose="020B0503020202020204"/>
              <a:sym typeface="Golos Text" panose="020B0503020202020204"/>
            </a:endParaRPr>
          </a:p>
        </p:txBody>
      </p:sp>
      <p:sp>
        <p:nvSpPr>
          <p:cNvPr id="1426" name="Google Shape;1426;p94"/>
          <p:cNvSpPr txBox="1"/>
          <p:nvPr/>
        </p:nvSpPr>
        <p:spPr>
          <a:xfrm>
            <a:off x="399175" y="1123500"/>
            <a:ext cx="8231700" cy="2896500"/>
          </a:xfrm>
          <a:prstGeom prst="rect">
            <a:avLst/>
          </a:prstGeom>
          <a:solidFill>
            <a:srgbClr val="F2F2F2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Data collection using the Bluesky API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Filtered down the data by topics: work and education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Topic modeling 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Sentiment analysis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Created visualizations and analyzed them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800"/>
          </a:p>
        </p:txBody>
      </p:sp>
      <p:pic>
        <p:nvPicPr>
          <p:cNvPr id="1427" name="Google Shape;1427;p9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83636" y="1463525"/>
            <a:ext cx="2226276" cy="221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95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3" name="Google Shape;1433;p95"/>
          <p:cNvSpPr txBox="1"/>
          <p:nvPr>
            <p:ph type="subTitle" idx="1"/>
          </p:nvPr>
        </p:nvSpPr>
        <p:spPr>
          <a:xfrm>
            <a:off x="1128875" y="4415975"/>
            <a:ext cx="68862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General picture on the Public Perception over time</a:t>
            </a:r>
            <a:endParaRPr sz="20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  <p:pic>
        <p:nvPicPr>
          <p:cNvPr id="1434" name="Google Shape;1434;p9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843749"/>
            <a:ext cx="9144003" cy="3219153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5"/>
          <p:cNvSpPr txBox="1"/>
          <p:nvPr>
            <p:ph type="title" idx="4294967295"/>
          </p:nvPr>
        </p:nvSpPr>
        <p:spPr>
          <a:xfrm>
            <a:off x="390050" y="23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Picture</a:t>
            </a:r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6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41" name="Google Shape;1441;p96" title="Screenshot 2025-11-30 at 2.40.35 PM.png"/>
          <p:cNvPicPr preferRelativeResize="0"/>
          <p:nvPr/>
        </p:nvPicPr>
        <p:blipFill rotWithShape="1">
          <a:blip r:embed="rId1"/>
          <a:srcRect t="1811" b="1811"/>
          <a:stretch>
            <a:fillRect/>
          </a:stretch>
        </p:blipFill>
        <p:spPr>
          <a:xfrm>
            <a:off x="1204125" y="920461"/>
            <a:ext cx="7366124" cy="4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96"/>
          <p:cNvSpPr txBox="1"/>
          <p:nvPr>
            <p:ph type="title" idx="4294967295"/>
          </p:nvPr>
        </p:nvSpPr>
        <p:spPr>
          <a:xfrm>
            <a:off x="390050" y="23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Picture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7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48" name="Google Shape;1448;p97" title="Screenshot 2025-11-30 at 2.53.12 PM.png"/>
          <p:cNvPicPr preferRelativeResize="0"/>
          <p:nvPr/>
        </p:nvPicPr>
        <p:blipFill rotWithShape="1">
          <a:blip r:embed="rId1"/>
          <a:srcRect l="3174" r="3174"/>
          <a:stretch>
            <a:fillRect/>
          </a:stretch>
        </p:blipFill>
        <p:spPr>
          <a:xfrm>
            <a:off x="1263950" y="1047325"/>
            <a:ext cx="6830103" cy="36917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97"/>
          <p:cNvSpPr txBox="1"/>
          <p:nvPr>
            <p:ph type="title" idx="4294967295"/>
          </p:nvPr>
        </p:nvSpPr>
        <p:spPr>
          <a:xfrm>
            <a:off x="390050" y="2335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 Picture</a:t>
            </a:r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98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55" name="Google Shape;1455;p98" title="Screenshot 2025-11-30 at 2.50.20 P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39987" y="618263"/>
            <a:ext cx="6864026" cy="436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9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Filtered by Job related words(SAMPLE 2000 IN 12000)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61" name="Google Shape;1461;p99" title="Screenshot 2025-11-30 at 3.54.39 P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39075" y="1455501"/>
            <a:ext cx="8265851" cy="16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00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Filtered by Job related words(ALL 12000)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67" name="Google Shape;1467;p10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753100"/>
            <a:ext cx="8839200" cy="375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00"/>
          <p:cNvSpPr txBox="1"/>
          <p:nvPr/>
        </p:nvSpPr>
        <p:spPr>
          <a:xfrm>
            <a:off x="2639425" y="4678225"/>
            <a:ext cx="52197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Net Risk = (Fear + Nervousness) - Optimism</a:t>
            </a:r>
            <a:endParaRPr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3" name="Google Shape;1473;p101"/>
          <p:cNvPicPr preferRelativeResize="0"/>
          <p:nvPr/>
        </p:nvPicPr>
        <p:blipFill rotWithShape="1">
          <a:blip r:embed="rId1"/>
          <a:srcRect r="57795"/>
          <a:stretch>
            <a:fillRect/>
          </a:stretch>
        </p:blipFill>
        <p:spPr>
          <a:xfrm>
            <a:off x="1556700" y="490775"/>
            <a:ext cx="6200648" cy="44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101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Filtered by Job related words(ALL 12000)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02"/>
          <p:cNvPicPr preferRelativeResize="0"/>
          <p:nvPr/>
        </p:nvPicPr>
        <p:blipFill rotWithShape="1">
          <a:blip r:embed="rId1"/>
          <a:srcRect l="70533"/>
          <a:stretch>
            <a:fillRect/>
          </a:stretch>
        </p:blipFill>
        <p:spPr>
          <a:xfrm>
            <a:off x="2300575" y="836950"/>
            <a:ext cx="4001925" cy="41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02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Filtered by Job related words(ALL 12000)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5" name="Google Shape;1485;p10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84500" y="482975"/>
            <a:ext cx="7038350" cy="46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103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Filtered by Job related words(ALL 12000)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04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92" name="Google Shape;1492;p104" title="Screenshot 2025-11-29 at 10.37.46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67750" y="912273"/>
            <a:ext cx="6978373" cy="3896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04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 by School related words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5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9" name="Google Shape;1499;p105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00" name="Google Shape;1500;p105" title="Screenshot 2025-11-29 at 10.38.07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725975" y="650074"/>
            <a:ext cx="7860074" cy="3980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05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Filter by School related words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06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7" name="Google Shape;1507;p106"/>
          <p:cNvSpPr txBox="1"/>
          <p:nvPr>
            <p:ph type="subTitle" idx="1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08" name="Google Shape;1508;p106" title="Screenshot 2025-11-29 at 10.40.47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28650" y="460088"/>
            <a:ext cx="7692001" cy="422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106"/>
          <p:cNvSpPr txBox="1"/>
          <p:nvPr/>
        </p:nvSpPr>
        <p:spPr>
          <a:xfrm>
            <a:off x="76150" y="45375"/>
            <a:ext cx="8696700" cy="8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Comparison</a:t>
            </a:r>
            <a:endParaRPr sz="2200" b="1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07"/>
          <p:cNvSpPr txBox="1"/>
          <p:nvPr/>
        </p:nvSpPr>
        <p:spPr>
          <a:xfrm>
            <a:off x="2516550" y="231775"/>
            <a:ext cx="4110900" cy="7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1">
                <a:solidFill>
                  <a:srgbClr val="172447"/>
                </a:solidFill>
                <a:latin typeface="Golos Text" panose="020B0503020202020204"/>
                <a:ea typeface="Golos Text" panose="020B0503020202020204"/>
                <a:cs typeface="Golos Text" panose="020B0503020202020204"/>
                <a:sym typeface="Golos Text" panose="020B0503020202020204"/>
              </a:rPr>
              <a:t>Key Takeaways</a:t>
            </a:r>
            <a:endParaRPr sz="3500" b="1">
              <a:solidFill>
                <a:srgbClr val="172447"/>
              </a:solidFill>
              <a:latin typeface="Golos Text" panose="020B0503020202020204"/>
              <a:ea typeface="Golos Text" panose="020B0503020202020204"/>
              <a:cs typeface="Golos Text" panose="020B0503020202020204"/>
              <a:sym typeface="Golos Text" panose="020B0503020202020204"/>
            </a:endParaRPr>
          </a:p>
        </p:txBody>
      </p:sp>
      <p:sp>
        <p:nvSpPr>
          <p:cNvPr id="1515" name="Google Shape;1515;p107"/>
          <p:cNvSpPr txBox="1"/>
          <p:nvPr/>
        </p:nvSpPr>
        <p:spPr>
          <a:xfrm>
            <a:off x="399175" y="1123500"/>
            <a:ext cx="8231700" cy="2896500"/>
          </a:xfrm>
          <a:prstGeom prst="rect">
            <a:avLst/>
          </a:prstGeom>
          <a:solidFill>
            <a:srgbClr val="F2F2F2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Overall people are less nervous about AI than we thought they would be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When people are nervous it is mostly focused on AI replacing them, specifically in the workplace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Overtime people are viewing the topic of AI more positively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Maybe as people use AI more they see the advantages of it and enjoy using it more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08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Please keep this slide for attribution</a:t>
            </a:r>
            <a:endParaRPr sz="12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21" name="Google Shape;1521;p108"/>
          <p:cNvGrpSpPr/>
          <p:nvPr/>
        </p:nvGrpSpPr>
        <p:grpSpPr>
          <a:xfrm flipH="1">
            <a:off x="481682" y="440423"/>
            <a:ext cx="1174231" cy="940257"/>
            <a:chOff x="7599119" y="3133086"/>
            <a:chExt cx="1174231" cy="940257"/>
          </a:xfrm>
        </p:grpSpPr>
        <p:sp>
          <p:nvSpPr>
            <p:cNvPr id="1522" name="Google Shape;1522;p108"/>
            <p:cNvSpPr/>
            <p:nvPr/>
          </p:nvSpPr>
          <p:spPr>
            <a:xfrm rot="358398" flipH="1">
              <a:off x="7639391" y="3187737"/>
              <a:ext cx="1093688" cy="830955"/>
            </a:xfrm>
            <a:custGeom>
              <a:avLst/>
              <a:gdLst/>
              <a:ahLst/>
              <a:cxnLst/>
              <a:rect l="l" t="t" r="r" b="b"/>
              <a:pathLst>
                <a:path w="12225" h="9289" extrusionOk="0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23" name="Google Shape;1523;p108"/>
            <p:cNvGrpSpPr/>
            <p:nvPr/>
          </p:nvGrpSpPr>
          <p:grpSpPr>
            <a:xfrm rot="358386" flipH="1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1524" name="Google Shape;1524;p108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avLst/>
                <a:gdLst/>
                <a:ahLst/>
                <a:cxnLst/>
                <a:rect l="l" t="t" r="r" b="b"/>
                <a:pathLst>
                  <a:path w="12226" h="6566" extrusionOk="0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5" name="Google Shape;1525;p108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2724" extrusionOk="0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6" name="Google Shape;1526;p108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7" name="Google Shape;1527;p108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9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8" name="Google Shape;1528;p108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avLst/>
                <a:gdLst/>
                <a:ahLst/>
                <a:cxnLst/>
                <a:rect l="l" t="t" r="r" b="b"/>
                <a:pathLst>
                  <a:path w="9747" h="518" extrusionOk="0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529" name="Google Shape;1529;p108"/>
          <p:cNvGrpSpPr/>
          <p:nvPr/>
        </p:nvGrpSpPr>
        <p:grpSpPr>
          <a:xfrm>
            <a:off x="561246" y="3443526"/>
            <a:ext cx="812893" cy="755438"/>
            <a:chOff x="7664871" y="151651"/>
            <a:chExt cx="812893" cy="755438"/>
          </a:xfrm>
        </p:grpSpPr>
        <p:sp>
          <p:nvSpPr>
            <p:cNvPr id="1530" name="Google Shape;1530;p108"/>
            <p:cNvSpPr/>
            <p:nvPr/>
          </p:nvSpPr>
          <p:spPr>
            <a:xfrm rot="408062">
              <a:off x="7702114" y="193007"/>
              <a:ext cx="738415" cy="672724"/>
            </a:xfrm>
            <a:custGeom>
              <a:avLst/>
              <a:gdLst/>
              <a:ahLst/>
              <a:cxnLst/>
              <a:rect l="l" t="t" r="r" b="b"/>
              <a:pathLst>
                <a:path w="6115" h="5571" extrusionOk="0">
                  <a:moveTo>
                    <a:pt x="3058" y="1"/>
                  </a:moveTo>
                  <a:cubicBezTo>
                    <a:pt x="2345" y="1"/>
                    <a:pt x="1632" y="272"/>
                    <a:pt x="1089" y="816"/>
                  </a:cubicBezTo>
                  <a:cubicBezTo>
                    <a:pt x="1" y="1904"/>
                    <a:pt x="1" y="3667"/>
                    <a:pt x="1089" y="4755"/>
                  </a:cubicBezTo>
                  <a:cubicBezTo>
                    <a:pt x="1632" y="5298"/>
                    <a:pt x="2345" y="5570"/>
                    <a:pt x="3058" y="5570"/>
                  </a:cubicBezTo>
                  <a:cubicBezTo>
                    <a:pt x="3770" y="5570"/>
                    <a:pt x="4483" y="5298"/>
                    <a:pt x="5026" y="4755"/>
                  </a:cubicBezTo>
                  <a:cubicBezTo>
                    <a:pt x="6115" y="3667"/>
                    <a:pt x="6115" y="1904"/>
                    <a:pt x="5026" y="816"/>
                  </a:cubicBezTo>
                  <a:cubicBezTo>
                    <a:pt x="4483" y="272"/>
                    <a:pt x="3770" y="1"/>
                    <a:pt x="3058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1" name="Google Shape;1531;p108"/>
            <p:cNvGrpSpPr/>
            <p:nvPr/>
          </p:nvGrpSpPr>
          <p:grpSpPr>
            <a:xfrm rot="408094">
              <a:off x="7702108" y="193009"/>
              <a:ext cx="738412" cy="672722"/>
              <a:chOff x="3392500" y="181000"/>
              <a:chExt cx="700168" cy="637880"/>
            </a:xfrm>
          </p:grpSpPr>
          <p:sp>
            <p:nvSpPr>
              <p:cNvPr id="1532" name="Google Shape;1532;p108"/>
              <p:cNvSpPr/>
              <p:nvPr/>
            </p:nvSpPr>
            <p:spPr>
              <a:xfrm>
                <a:off x="3392500" y="181000"/>
                <a:ext cx="700168" cy="637880"/>
              </a:xfrm>
              <a:custGeom>
                <a:avLst/>
                <a:gdLst/>
                <a:ahLst/>
                <a:cxnLst/>
                <a:rect l="l" t="t" r="r" b="b"/>
                <a:pathLst>
                  <a:path w="6115" h="5571" extrusionOk="0">
                    <a:moveTo>
                      <a:pt x="3058" y="1"/>
                    </a:moveTo>
                    <a:cubicBezTo>
                      <a:pt x="2345" y="1"/>
                      <a:pt x="1632" y="272"/>
                      <a:pt x="1089" y="816"/>
                    </a:cubicBezTo>
                    <a:cubicBezTo>
                      <a:pt x="1" y="1904"/>
                      <a:pt x="1" y="3667"/>
                      <a:pt x="1089" y="4755"/>
                    </a:cubicBezTo>
                    <a:cubicBezTo>
                      <a:pt x="1632" y="5298"/>
                      <a:pt x="2345" y="5570"/>
                      <a:pt x="3058" y="5570"/>
                    </a:cubicBezTo>
                    <a:cubicBezTo>
                      <a:pt x="3770" y="5570"/>
                      <a:pt x="4483" y="5298"/>
                      <a:pt x="5026" y="4755"/>
                    </a:cubicBezTo>
                    <a:cubicBezTo>
                      <a:pt x="6115" y="3667"/>
                      <a:pt x="6115" y="1904"/>
                      <a:pt x="5026" y="816"/>
                    </a:cubicBezTo>
                    <a:cubicBezTo>
                      <a:pt x="4483" y="272"/>
                      <a:pt x="3770" y="1"/>
                      <a:pt x="3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3" name="Google Shape;1533;p108"/>
              <p:cNvSpPr/>
              <p:nvPr/>
            </p:nvSpPr>
            <p:spPr>
              <a:xfrm>
                <a:off x="3614513" y="329391"/>
                <a:ext cx="117477" cy="341096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2979" extrusionOk="0">
                    <a:moveTo>
                      <a:pt x="534" y="0"/>
                    </a:moveTo>
                    <a:lnTo>
                      <a:pt x="0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4" name="Google Shape;1534;p108"/>
              <p:cNvSpPr/>
              <p:nvPr/>
            </p:nvSpPr>
            <p:spPr>
              <a:xfrm>
                <a:off x="3753286" y="329391"/>
                <a:ext cx="117592" cy="341096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2979" extrusionOk="0">
                    <a:moveTo>
                      <a:pt x="534" y="0"/>
                    </a:moveTo>
                    <a:lnTo>
                      <a:pt x="1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5" name="Google Shape;1535;p108"/>
              <p:cNvSpPr/>
              <p:nvPr/>
            </p:nvSpPr>
            <p:spPr>
              <a:xfrm>
                <a:off x="3568256" y="402441"/>
                <a:ext cx="369263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00" extrusionOk="0">
                    <a:moveTo>
                      <a:pt x="3224" y="1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0" y="500"/>
                    </a:lnTo>
                    <a:lnTo>
                      <a:pt x="3152" y="487"/>
                    </a:lnTo>
                    <a:lnTo>
                      <a:pt x="32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36" name="Google Shape;1536;p108"/>
              <p:cNvSpPr/>
              <p:nvPr/>
            </p:nvSpPr>
            <p:spPr>
              <a:xfrm>
                <a:off x="3547875" y="540184"/>
                <a:ext cx="369263" cy="57250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00" extrusionOk="0">
                    <a:moveTo>
                      <a:pt x="3224" y="0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3152" y="488"/>
                    </a:lnTo>
                    <a:lnTo>
                      <a:pt x="32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537" name="Google Shape;1537;p108"/>
          <p:cNvGrpSpPr/>
          <p:nvPr/>
        </p:nvGrpSpPr>
        <p:grpSpPr>
          <a:xfrm rot="454706" flipH="1">
            <a:off x="7674032" y="527565"/>
            <a:ext cx="812923" cy="667169"/>
            <a:chOff x="4064963" y="3978750"/>
            <a:chExt cx="725378" cy="595373"/>
          </a:xfrm>
        </p:grpSpPr>
        <p:sp>
          <p:nvSpPr>
            <p:cNvPr id="1538" name="Google Shape;1538;p108"/>
            <p:cNvSpPr/>
            <p:nvPr/>
          </p:nvSpPr>
          <p:spPr>
            <a:xfrm>
              <a:off x="4065003" y="3978750"/>
              <a:ext cx="725301" cy="595373"/>
            </a:xfrm>
            <a:custGeom>
              <a:avLst/>
              <a:gdLst/>
              <a:ahLst/>
              <a:cxnLst/>
              <a:rect l="l" t="t" r="r" b="b"/>
              <a:pathLst>
                <a:path w="9356" h="7680" extrusionOk="0">
                  <a:moveTo>
                    <a:pt x="1293" y="0"/>
                  </a:moveTo>
                  <a:cubicBezTo>
                    <a:pt x="582" y="0"/>
                    <a:pt x="0" y="583"/>
                    <a:pt x="0" y="1293"/>
                  </a:cubicBezTo>
                  <a:lnTo>
                    <a:pt x="0" y="4126"/>
                  </a:lnTo>
                  <a:cubicBezTo>
                    <a:pt x="0" y="4837"/>
                    <a:pt x="582" y="5419"/>
                    <a:pt x="1293" y="5419"/>
                  </a:cubicBezTo>
                  <a:lnTo>
                    <a:pt x="4995" y="5419"/>
                  </a:lnTo>
                  <a:lnTo>
                    <a:pt x="7996" y="7680"/>
                  </a:lnTo>
                  <a:lnTo>
                    <a:pt x="7621" y="5419"/>
                  </a:lnTo>
                  <a:lnTo>
                    <a:pt x="8063" y="5419"/>
                  </a:lnTo>
                  <a:cubicBezTo>
                    <a:pt x="8774" y="5419"/>
                    <a:pt x="9356" y="4838"/>
                    <a:pt x="9356" y="4126"/>
                  </a:cubicBezTo>
                  <a:lnTo>
                    <a:pt x="9356" y="1293"/>
                  </a:lnTo>
                  <a:cubicBezTo>
                    <a:pt x="9355" y="583"/>
                    <a:pt x="8774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39" name="Google Shape;1539;p108"/>
            <p:cNvGrpSpPr/>
            <p:nvPr/>
          </p:nvGrpSpPr>
          <p:grpSpPr>
            <a:xfrm>
              <a:off x="4064963" y="3981950"/>
              <a:ext cx="725378" cy="588978"/>
              <a:chOff x="2486400" y="3978750"/>
              <a:chExt cx="725378" cy="588978"/>
            </a:xfrm>
          </p:grpSpPr>
          <p:sp>
            <p:nvSpPr>
              <p:cNvPr id="1540" name="Google Shape;1540;p108"/>
              <p:cNvSpPr/>
              <p:nvPr/>
            </p:nvSpPr>
            <p:spPr>
              <a:xfrm>
                <a:off x="2486400" y="3978750"/>
                <a:ext cx="725378" cy="420172"/>
              </a:xfrm>
              <a:custGeom>
                <a:avLst/>
                <a:gdLst/>
                <a:ahLst/>
                <a:cxnLst/>
                <a:rect l="l" t="t" r="r" b="b"/>
                <a:pathLst>
                  <a:path w="9357" h="5420" extrusionOk="0">
                    <a:moveTo>
                      <a:pt x="1293" y="0"/>
                    </a:moveTo>
                    <a:cubicBezTo>
                      <a:pt x="583" y="0"/>
                      <a:pt x="1" y="583"/>
                      <a:pt x="1" y="1293"/>
                    </a:cubicBezTo>
                    <a:lnTo>
                      <a:pt x="1" y="4126"/>
                    </a:lnTo>
                    <a:cubicBezTo>
                      <a:pt x="1" y="4838"/>
                      <a:pt x="583" y="5419"/>
                      <a:pt x="1293" y="5419"/>
                    </a:cubicBezTo>
                    <a:lnTo>
                      <a:pt x="8062" y="5419"/>
                    </a:lnTo>
                    <a:cubicBezTo>
                      <a:pt x="8774" y="5419"/>
                      <a:pt x="9355" y="4837"/>
                      <a:pt x="9356" y="4126"/>
                    </a:cubicBezTo>
                    <a:lnTo>
                      <a:pt x="9356" y="1293"/>
                    </a:lnTo>
                    <a:cubicBezTo>
                      <a:pt x="9356" y="582"/>
                      <a:pt x="8774" y="0"/>
                      <a:pt x="80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1" name="Google Shape;1541;p108"/>
              <p:cNvSpPr/>
              <p:nvPr/>
            </p:nvSpPr>
            <p:spPr>
              <a:xfrm>
                <a:off x="2873628" y="4392450"/>
                <a:ext cx="232723" cy="175278"/>
              </a:xfrm>
              <a:custGeom>
                <a:avLst/>
                <a:gdLst/>
                <a:ahLst/>
                <a:cxnLst/>
                <a:rect l="l" t="t" r="r" b="b"/>
                <a:pathLst>
                  <a:path w="3002" h="2261" extrusionOk="0">
                    <a:moveTo>
                      <a:pt x="1" y="0"/>
                    </a:moveTo>
                    <a:lnTo>
                      <a:pt x="3002" y="2261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2" name="Google Shape;1542;p108"/>
              <p:cNvSpPr/>
              <p:nvPr/>
            </p:nvSpPr>
            <p:spPr>
              <a:xfrm>
                <a:off x="2779476" y="4065657"/>
                <a:ext cx="305284" cy="276290"/>
              </a:xfrm>
              <a:custGeom>
                <a:avLst/>
                <a:gdLst/>
                <a:ahLst/>
                <a:cxnLst/>
                <a:rect l="l" t="t" r="r" b="b"/>
                <a:pathLst>
                  <a:path w="3938" h="3564" extrusionOk="0">
                    <a:moveTo>
                      <a:pt x="1038" y="0"/>
                    </a:moveTo>
                    <a:cubicBezTo>
                      <a:pt x="1005" y="0"/>
                      <a:pt x="973" y="2"/>
                      <a:pt x="940" y="5"/>
                    </a:cubicBezTo>
                    <a:cubicBezTo>
                      <a:pt x="454" y="49"/>
                      <a:pt x="63" y="449"/>
                      <a:pt x="27" y="935"/>
                    </a:cubicBezTo>
                    <a:cubicBezTo>
                      <a:pt x="1" y="1266"/>
                      <a:pt x="137" y="1566"/>
                      <a:pt x="362" y="1768"/>
                    </a:cubicBezTo>
                    <a:lnTo>
                      <a:pt x="361" y="1768"/>
                    </a:lnTo>
                    <a:lnTo>
                      <a:pt x="1771" y="3470"/>
                    </a:lnTo>
                    <a:cubicBezTo>
                      <a:pt x="1822" y="3532"/>
                      <a:pt x="1896" y="3564"/>
                      <a:pt x="1970" y="3564"/>
                    </a:cubicBezTo>
                    <a:cubicBezTo>
                      <a:pt x="2044" y="3564"/>
                      <a:pt x="2117" y="3532"/>
                      <a:pt x="2169" y="3470"/>
                    </a:cubicBezTo>
                    <a:lnTo>
                      <a:pt x="3579" y="1768"/>
                    </a:lnTo>
                    <a:lnTo>
                      <a:pt x="3578" y="1768"/>
                    </a:lnTo>
                    <a:cubicBezTo>
                      <a:pt x="3803" y="1566"/>
                      <a:pt x="3938" y="1266"/>
                      <a:pt x="3913" y="935"/>
                    </a:cubicBezTo>
                    <a:cubicBezTo>
                      <a:pt x="3876" y="449"/>
                      <a:pt x="3485" y="49"/>
                      <a:pt x="3000" y="5"/>
                    </a:cubicBezTo>
                    <a:cubicBezTo>
                      <a:pt x="2967" y="2"/>
                      <a:pt x="2934" y="0"/>
                      <a:pt x="2902" y="0"/>
                    </a:cubicBezTo>
                    <a:cubicBezTo>
                      <a:pt x="2482" y="0"/>
                      <a:pt x="2123" y="255"/>
                      <a:pt x="1969" y="619"/>
                    </a:cubicBezTo>
                    <a:cubicBezTo>
                      <a:pt x="1816" y="255"/>
                      <a:pt x="1456" y="0"/>
                      <a:pt x="10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3" name="Google Shape;1543;p108"/>
              <p:cNvSpPr/>
              <p:nvPr/>
            </p:nvSpPr>
            <p:spPr>
              <a:xfrm flipH="1">
                <a:off x="2587338" y="4088759"/>
                <a:ext cx="122641" cy="196520"/>
              </a:xfrm>
              <a:custGeom>
                <a:avLst/>
                <a:gdLst/>
                <a:ahLst/>
                <a:cxnLst/>
                <a:rect l="l" t="t" r="r" b="b"/>
                <a:pathLst>
                  <a:path w="1582" h="2535" extrusionOk="0">
                    <a:moveTo>
                      <a:pt x="721" y="0"/>
                    </a:moveTo>
                    <a:cubicBezTo>
                      <a:pt x="623" y="0"/>
                      <a:pt x="516" y="13"/>
                      <a:pt x="397" y="41"/>
                    </a:cubicBezTo>
                    <a:cubicBezTo>
                      <a:pt x="280" y="69"/>
                      <a:pt x="153" y="110"/>
                      <a:pt x="18" y="165"/>
                    </a:cubicBezTo>
                    <a:lnTo>
                      <a:pt x="18" y="505"/>
                    </a:lnTo>
                    <a:cubicBezTo>
                      <a:pt x="151" y="431"/>
                      <a:pt x="276" y="375"/>
                      <a:pt x="392" y="338"/>
                    </a:cubicBezTo>
                    <a:cubicBezTo>
                      <a:pt x="510" y="301"/>
                      <a:pt x="622" y="283"/>
                      <a:pt x="727" y="283"/>
                    </a:cubicBezTo>
                    <a:cubicBezTo>
                      <a:pt x="877" y="283"/>
                      <a:pt x="997" y="325"/>
                      <a:pt x="1089" y="408"/>
                    </a:cubicBezTo>
                    <a:cubicBezTo>
                      <a:pt x="1183" y="492"/>
                      <a:pt x="1229" y="600"/>
                      <a:pt x="1229" y="731"/>
                    </a:cubicBezTo>
                    <a:cubicBezTo>
                      <a:pt x="1229" y="813"/>
                      <a:pt x="1208" y="896"/>
                      <a:pt x="1165" y="980"/>
                    </a:cubicBezTo>
                    <a:cubicBezTo>
                      <a:pt x="1122" y="1064"/>
                      <a:pt x="1047" y="1165"/>
                      <a:pt x="939" y="1287"/>
                    </a:cubicBezTo>
                    <a:cubicBezTo>
                      <a:pt x="883" y="1351"/>
                      <a:pt x="744" y="1495"/>
                      <a:pt x="523" y="1719"/>
                    </a:cubicBezTo>
                    <a:cubicBezTo>
                      <a:pt x="303" y="1941"/>
                      <a:pt x="129" y="2119"/>
                      <a:pt x="0" y="2250"/>
                    </a:cubicBezTo>
                    <a:lnTo>
                      <a:pt x="0" y="2534"/>
                    </a:lnTo>
                    <a:lnTo>
                      <a:pt x="1581" y="2534"/>
                    </a:lnTo>
                    <a:lnTo>
                      <a:pt x="1581" y="2250"/>
                    </a:lnTo>
                    <a:lnTo>
                      <a:pt x="406" y="2250"/>
                    </a:lnTo>
                    <a:cubicBezTo>
                      <a:pt x="677" y="1974"/>
                      <a:pt x="887" y="1759"/>
                      <a:pt x="1036" y="1605"/>
                    </a:cubicBezTo>
                    <a:cubicBezTo>
                      <a:pt x="1185" y="1451"/>
                      <a:pt x="1274" y="1358"/>
                      <a:pt x="1301" y="1326"/>
                    </a:cubicBezTo>
                    <a:cubicBezTo>
                      <a:pt x="1402" y="1201"/>
                      <a:pt x="1472" y="1093"/>
                      <a:pt x="1509" y="1002"/>
                    </a:cubicBezTo>
                    <a:cubicBezTo>
                      <a:pt x="1548" y="909"/>
                      <a:pt x="1568" y="813"/>
                      <a:pt x="1568" y="710"/>
                    </a:cubicBezTo>
                    <a:cubicBezTo>
                      <a:pt x="1568" y="495"/>
                      <a:pt x="1491" y="322"/>
                      <a:pt x="1337" y="193"/>
                    </a:cubicBezTo>
                    <a:cubicBezTo>
                      <a:pt x="1184" y="65"/>
                      <a:pt x="978" y="0"/>
                      <a:pt x="7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544" name="Google Shape;1544;p108"/>
          <p:cNvGrpSpPr/>
          <p:nvPr/>
        </p:nvGrpSpPr>
        <p:grpSpPr>
          <a:xfrm>
            <a:off x="1329195" y="4198985"/>
            <a:ext cx="508982" cy="485315"/>
            <a:chOff x="8264420" y="1017185"/>
            <a:chExt cx="508982" cy="485315"/>
          </a:xfrm>
        </p:grpSpPr>
        <p:sp>
          <p:nvSpPr>
            <p:cNvPr id="1545" name="Google Shape;1545;p108"/>
            <p:cNvSpPr/>
            <p:nvPr/>
          </p:nvSpPr>
          <p:spPr>
            <a:xfrm>
              <a:off x="8264420" y="1017185"/>
              <a:ext cx="508962" cy="485299"/>
            </a:xfrm>
            <a:custGeom>
              <a:avLst/>
              <a:gdLst/>
              <a:ahLst/>
              <a:cxnLst/>
              <a:rect l="l" t="t" r="r" b="b"/>
              <a:pathLst>
                <a:path w="7098" h="6768" extrusionOk="0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46" name="Google Shape;1546;p108"/>
            <p:cNvGrpSpPr/>
            <p:nvPr/>
          </p:nvGrpSpPr>
          <p:grpSpPr>
            <a:xfrm>
              <a:off x="8264433" y="1017193"/>
              <a:ext cx="508969" cy="485306"/>
              <a:chOff x="2714613" y="231688"/>
              <a:chExt cx="618733" cy="589967"/>
            </a:xfrm>
          </p:grpSpPr>
          <p:sp>
            <p:nvSpPr>
              <p:cNvPr id="1547" name="Google Shape;1547;p108"/>
              <p:cNvSpPr/>
              <p:nvPr/>
            </p:nvSpPr>
            <p:spPr>
              <a:xfrm>
                <a:off x="2714613" y="231688"/>
                <a:ext cx="618733" cy="589967"/>
              </a:xfrm>
              <a:custGeom>
                <a:avLst/>
                <a:gdLst/>
                <a:ahLst/>
                <a:cxnLst/>
                <a:rect l="l" t="t" r="r" b="b"/>
                <a:pathLst>
                  <a:path w="7098" h="6768" extrusionOk="0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48" name="Google Shape;1548;p108"/>
              <p:cNvSpPr/>
              <p:nvPr/>
            </p:nvSpPr>
            <p:spPr>
              <a:xfrm>
                <a:off x="2851906" y="335401"/>
                <a:ext cx="372913" cy="354695"/>
              </a:xfrm>
              <a:custGeom>
                <a:avLst/>
                <a:gdLst/>
                <a:ahLst/>
                <a:cxnLst/>
                <a:rect l="l" t="t" r="r" b="b"/>
                <a:pathLst>
                  <a:path w="4278" h="4069" extrusionOk="0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549" name="Google Shape;1549;p108"/>
          <p:cNvGrpSpPr/>
          <p:nvPr/>
        </p:nvGrpSpPr>
        <p:grpSpPr>
          <a:xfrm rot="394684">
            <a:off x="7895484" y="3741148"/>
            <a:ext cx="673337" cy="673337"/>
            <a:chOff x="369411" y="4281700"/>
            <a:chExt cx="567589" cy="567589"/>
          </a:xfrm>
        </p:grpSpPr>
        <p:sp>
          <p:nvSpPr>
            <p:cNvPr id="1550" name="Google Shape;1550;p108"/>
            <p:cNvSpPr/>
            <p:nvPr/>
          </p:nvSpPr>
          <p:spPr>
            <a:xfrm>
              <a:off x="369411" y="4281763"/>
              <a:ext cx="567589" cy="567474"/>
            </a:xfrm>
            <a:custGeom>
              <a:avLst/>
              <a:gdLst/>
              <a:ahLst/>
              <a:cxnLst/>
              <a:rect l="l" t="t" r="r" b="b"/>
              <a:pathLst>
                <a:path w="9881" h="9879" extrusionOk="0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w="762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51" name="Google Shape;1551;p108"/>
            <p:cNvGrpSpPr/>
            <p:nvPr/>
          </p:nvGrpSpPr>
          <p:grpSpPr>
            <a:xfrm>
              <a:off x="369438" y="4281700"/>
              <a:ext cx="567532" cy="567589"/>
              <a:chOff x="388650" y="4371262"/>
              <a:chExt cx="567532" cy="567589"/>
            </a:xfrm>
          </p:grpSpPr>
          <p:sp>
            <p:nvSpPr>
              <p:cNvPr id="1552" name="Google Shape;1552;p108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avLst/>
                <a:gdLst/>
                <a:ahLst/>
                <a:cxnLst/>
                <a:rect l="l" t="t" r="r" b="b"/>
                <a:pathLst>
                  <a:path w="9880" h="9881" extrusionOk="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53" name="Google Shape;1553;p108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avLst/>
                <a:gdLst/>
                <a:ahLst/>
                <a:cxnLst/>
                <a:rect l="l" t="t" r="r" b="b"/>
                <a:pathLst>
                  <a:path w="6254" h="5517" extrusionOk="0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554" name="Google Shape;1554;p108"/>
          <p:cNvSpPr/>
          <p:nvPr/>
        </p:nvSpPr>
        <p:spPr>
          <a:xfrm>
            <a:off x="1461932" y="2590950"/>
            <a:ext cx="243524" cy="201127"/>
          </a:xfrm>
          <a:custGeom>
            <a:avLst/>
            <a:gdLst/>
            <a:ahLst/>
            <a:cxnLst/>
            <a:rect l="l" t="t" r="r" b="b"/>
            <a:pathLst>
              <a:path w="4719" h="3898" extrusionOk="0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5" name="Google Shape;1555;p108"/>
          <p:cNvSpPr/>
          <p:nvPr/>
        </p:nvSpPr>
        <p:spPr>
          <a:xfrm>
            <a:off x="8202251" y="2397871"/>
            <a:ext cx="167992" cy="154483"/>
          </a:xfrm>
          <a:custGeom>
            <a:avLst/>
            <a:gdLst/>
            <a:ahLst/>
            <a:cxnLst/>
            <a:rect l="l" t="t" r="r" b="b"/>
            <a:pathLst>
              <a:path w="8693" h="7995" extrusionOk="0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56" name="Google Shape;1556;p108" title="Screenshot 2025-10-10 at 12.22.49 P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980650" y="2280200"/>
            <a:ext cx="5450175" cy="2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08"/>
          <p:cNvSpPr txBox="1"/>
          <p:nvPr>
            <p:ph type="title"/>
          </p:nvPr>
        </p:nvSpPr>
        <p:spPr>
          <a:xfrm>
            <a:off x="2347950" y="1781650"/>
            <a:ext cx="4448100" cy="19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  <a:endParaRPr lang="en-GB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Q0MGY0ZTBiOGE1YTU3NjcyZjJkZjU1NDAyNGJiYTgifQ=="/>
</p:tagLst>
</file>

<file path=ppt/theme/theme1.xml><?xml version="1.0" encoding="utf-8"?>
<a:theme xmlns:a="http://schemas.openxmlformats.org/drawingml/2006/main" name="Social Media Report by Slidesgo">
  <a:themeElements>
    <a:clrScheme name="Simple Light">
      <a:dk1>
        <a:srgbClr val="EDE8E2"/>
      </a:dk1>
      <a:lt1>
        <a:srgbClr val="FFFFFF"/>
      </a:lt1>
      <a:dk2>
        <a:srgbClr val="172447"/>
      </a:dk2>
      <a:lt2>
        <a:srgbClr val="434343"/>
      </a:lt2>
      <a:accent1>
        <a:srgbClr val="6DB4B0"/>
      </a:accent1>
      <a:accent2>
        <a:srgbClr val="326A8B"/>
      </a:accent2>
      <a:accent3>
        <a:srgbClr val="33677C"/>
      </a:accent3>
      <a:accent4>
        <a:srgbClr val="DC754A"/>
      </a:accent4>
      <a:accent5>
        <a:srgbClr val="FFB650"/>
      </a:accent5>
      <a:accent6>
        <a:srgbClr val="D14835"/>
      </a:accent6>
      <a:hlink>
        <a:srgbClr val="D148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1562</Words>
  <Application>WPS 演示</Application>
  <PresentationFormat/>
  <Paragraphs>62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Arial</vt:lpstr>
      <vt:lpstr>Golos Text</vt:lpstr>
      <vt:lpstr>DM Sans</vt:lpstr>
      <vt:lpstr>Roboto Condensed Light</vt:lpstr>
      <vt:lpstr>Segoe Print</vt:lpstr>
      <vt:lpstr>Nunito Light</vt:lpstr>
      <vt:lpstr>PT Sans</vt:lpstr>
      <vt:lpstr>Manrope</vt:lpstr>
      <vt:lpstr>Anton</vt:lpstr>
      <vt:lpstr>Manrope ExtraBold</vt:lpstr>
      <vt:lpstr>Manrope Light</vt:lpstr>
      <vt:lpstr>Manrope Medium</vt:lpstr>
      <vt:lpstr>Manrope SemiBold</vt:lpstr>
      <vt:lpstr>微软雅黑</vt:lpstr>
      <vt:lpstr>Arial Unicode MS</vt:lpstr>
      <vt:lpstr>Social Media Report by Slidesgo</vt:lpstr>
      <vt:lpstr>PAPER AGENDA</vt:lpstr>
      <vt:lpstr>Focusing on Work and Education</vt:lpstr>
      <vt:lpstr>Background</vt:lpstr>
      <vt:lpstr>Even with the rapid development of AI technology, what are the real feelings of the general public? Is it excitement or fear?</vt:lpstr>
      <vt:lpstr>PowerPoint 演示文稿</vt:lpstr>
      <vt:lpstr>General Picture</vt:lpstr>
      <vt:lpstr>General Picture</vt:lpstr>
      <vt:lpstr>General 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Public Perception of AI Focusing on Work and Education</dc:title>
  <dc:creator/>
  <cp:lastModifiedBy>周涵宁</cp:lastModifiedBy>
  <cp:revision>1</cp:revision>
  <dcterms:created xsi:type="dcterms:W3CDTF">2025-12-01T19:28:38Z</dcterms:created>
  <dcterms:modified xsi:type="dcterms:W3CDTF">2025-12-01T19:28:38Z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E704E9B4AD9447158572C4DB099D81C5_12</vt:lpwstr>
  </property>
  <property fmtid="{D5CDD505-2E9C-101B-9397-08002B2CF9AE}" pid="3" name="KSOProductBuildVer">
    <vt:lpwstr>2052-12.1.0.18276</vt:lpwstr>
  </property>
</Properties>
</file>