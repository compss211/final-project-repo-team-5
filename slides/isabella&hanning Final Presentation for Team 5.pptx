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36" r:id="rId3"/>
    <p:sldMasterId id="214748373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Golos Text"/>
      <p:regular r:id="rId24"/>
      <p:bold r:id="rId25"/>
    </p:embeddedFont>
    <p:embeddedFont>
      <p:font typeface="Manrope Light"/>
      <p:regular r:id="rId26"/>
      <p:bold r:id="rId27"/>
    </p:embeddedFont>
    <p:embeddedFont>
      <p:font typeface="Anton"/>
      <p:regular r:id="rId28"/>
    </p:embeddedFont>
    <p:embeddedFont>
      <p:font typeface="Manrope SemiBold"/>
      <p:regular r:id="rId29"/>
      <p:bold r:id="rId30"/>
    </p:embeddedFont>
    <p:embeddedFont>
      <p:font typeface="Manrope"/>
      <p:regular r:id="rId31"/>
      <p:bold r:id="rId32"/>
    </p:embeddedFont>
    <p:embeddedFont>
      <p:font typeface="Manrope ExtraBold"/>
      <p:bold r:id="rId33"/>
    </p:embeddedFont>
    <p:embeddedFont>
      <p:font typeface="Manrope Medium"/>
      <p:regular r:id="rId34"/>
      <p:bold r:id="rId35"/>
    </p:embeddedFont>
    <p:embeddedFont>
      <p:font typeface="PT Sans"/>
      <p:regular r:id="rId36"/>
      <p:bold r:id="rId37"/>
      <p:italic r:id="rId38"/>
      <p:boldItalic r:id="rId39"/>
    </p:embeddedFont>
    <p:embeddedFont>
      <p:font typeface="DM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ans-regular.fntdata"/><Relationship Id="rId20" Type="http://schemas.openxmlformats.org/officeDocument/2006/relationships/slide" Target="slides/slide15.xml"/><Relationship Id="rId42" Type="http://schemas.openxmlformats.org/officeDocument/2006/relationships/font" Target="fonts/DMSans-italic.fntdata"/><Relationship Id="rId41" Type="http://schemas.openxmlformats.org/officeDocument/2006/relationships/font" Target="fonts/DMSans-bold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schemas.openxmlformats.org/officeDocument/2006/relationships/font" Target="fonts/DMSans-boldItalic.fntdata"/><Relationship Id="rId24" Type="http://schemas.openxmlformats.org/officeDocument/2006/relationships/font" Target="fonts/GolosText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font" Target="fonts/ManropeLight-regular.fntdata"/><Relationship Id="rId25" Type="http://schemas.openxmlformats.org/officeDocument/2006/relationships/font" Target="fonts/GolosText-bold.fntdata"/><Relationship Id="rId28" Type="http://schemas.openxmlformats.org/officeDocument/2006/relationships/font" Target="fonts/Anton-regular.fntdata"/><Relationship Id="rId27" Type="http://schemas.openxmlformats.org/officeDocument/2006/relationships/font" Target="fonts/Manrope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anropeSemiBold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anrope-regular.fntdata"/><Relationship Id="rId30" Type="http://schemas.openxmlformats.org/officeDocument/2006/relationships/font" Target="fonts/ManropeSemiBold-bold.fntdata"/><Relationship Id="rId11" Type="http://schemas.openxmlformats.org/officeDocument/2006/relationships/slide" Target="slides/slide6.xml"/><Relationship Id="rId33" Type="http://schemas.openxmlformats.org/officeDocument/2006/relationships/font" Target="fonts/ManropeExtraBold-bold.fntdata"/><Relationship Id="rId10" Type="http://schemas.openxmlformats.org/officeDocument/2006/relationships/slide" Target="slides/slide5.xml"/><Relationship Id="rId32" Type="http://schemas.openxmlformats.org/officeDocument/2006/relationships/font" Target="fonts/Manrope-bold.fntdata"/><Relationship Id="rId13" Type="http://schemas.openxmlformats.org/officeDocument/2006/relationships/slide" Target="slides/slide8.xml"/><Relationship Id="rId35" Type="http://schemas.openxmlformats.org/officeDocument/2006/relationships/font" Target="fonts/ManropeMedium-bold.fntdata"/><Relationship Id="rId12" Type="http://schemas.openxmlformats.org/officeDocument/2006/relationships/slide" Target="slides/slide7.xml"/><Relationship Id="rId34" Type="http://schemas.openxmlformats.org/officeDocument/2006/relationships/font" Target="fonts/ManropeMedium-regular.fntdata"/><Relationship Id="rId15" Type="http://schemas.openxmlformats.org/officeDocument/2006/relationships/slide" Target="slides/slide10.xml"/><Relationship Id="rId37" Type="http://schemas.openxmlformats.org/officeDocument/2006/relationships/font" Target="fonts/PTSans-bold.fntdata"/><Relationship Id="rId14" Type="http://schemas.openxmlformats.org/officeDocument/2006/relationships/slide" Target="slides/slide9.xml"/><Relationship Id="rId36" Type="http://schemas.openxmlformats.org/officeDocument/2006/relationships/font" Target="fonts/PTSans-regular.fntdata"/><Relationship Id="rId17" Type="http://schemas.openxmlformats.org/officeDocument/2006/relationships/slide" Target="slides/slide12.xml"/><Relationship Id="rId39" Type="http://schemas.openxmlformats.org/officeDocument/2006/relationships/font" Target="fonts/PTSans-boldItalic.fntdata"/><Relationship Id="rId16" Type="http://schemas.openxmlformats.org/officeDocument/2006/relationships/slide" Target="slides/slide11.xml"/><Relationship Id="rId38" Type="http://schemas.openxmlformats.org/officeDocument/2006/relationships/font" Target="fonts/PTSans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5" name="Shape 1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Google Shape;1356;g11fd100d434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7" name="Google Shape;1357;g11fd100d434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g3ab7b84b7b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9" name="Google Shape;1409;g3ab7b84b7b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6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3ab7b84b7b1_0_10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3ab7b84b7b1_0_10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1" name="Shape 1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g39a2dc8a65d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3" name="Google Shape;1423;g39a2dc8a65d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8" name="Shape 1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Google Shape;1429;g3a82121be6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0" name="Google Shape;1430;g3a82121be6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6" name="Shape 1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Google Shape;1437;g3ab7b84b7b1_0_17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8" name="Google Shape;1438;g3ab7b84b7b1_0_17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3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3ab7b84b7b1_0_17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3ab7b84b7b1_0_17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0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39a2dc8a65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39a2dc8a65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ab7b84b7b1_0_17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8" name="Google Shape;1458;g3ab7b84b7b1_0_17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2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3ab7b84b7b1_0_17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3ab7b84b7b1_0_17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9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3ab7b84b7b1_0_17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3ab7b84b7b1_0_17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5" name="Shape 1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Google Shape;1476;g3ab7b84b7b1_0_17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7" name="Google Shape;1477;g3ab7b84b7b1_0_17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g3a82121be6d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3" name="Google Shape;1483;g3a82121be6d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7" name="Shape 1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Google Shape;1488;g3ab76f7858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9" name="Google Shape;1489;g3ab76f7858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4" name="Shape 1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g3ab76f7858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6" name="Google Shape;1496;g3ab76f7858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2" name="Shape 1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Google Shape;1503;g3ab76f7858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4" name="Google Shape;1504;g3ab76f7858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0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39a2dc8a65d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2" name="Google Shape;1512;g39a2dc8a65d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annie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6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g38b26151798_5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8" name="Google Shape;1518;g38b26151798_5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isabella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725975" y="1145437"/>
            <a:ext cx="7692000" cy="231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4600"/>
              <a:buNone/>
              <a:defRPr sz="9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637150" y="3608247"/>
            <a:ext cx="3869700" cy="3705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1" name="Google Shape;11;p2"/>
          <p:cNvSpPr/>
          <p:nvPr/>
        </p:nvSpPr>
        <p:spPr>
          <a:xfrm>
            <a:off x="296082" y="4413000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2796926" y="181671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38545" y="3608250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720000" y="2507700"/>
            <a:ext cx="4281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720000" y="1153075"/>
            <a:ext cx="1353000" cy="13461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720000" y="3412825"/>
            <a:ext cx="4281000" cy="417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3"/>
          <p:cNvSpPr/>
          <p:nvPr/>
        </p:nvSpPr>
        <p:spPr>
          <a:xfrm>
            <a:off x="1491251" y="374896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4757470" y="457912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720000" y="1063351"/>
            <a:ext cx="7704000" cy="38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50">
                <a:solidFill>
                  <a:srgbClr val="434343"/>
                </a:solidFill>
              </a:defRPr>
            </a:lvl1pPr>
            <a:lvl2pPr indent="-3048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indent="-3048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indent="-3048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indent="-3048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indent="-3048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indent="-3048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indent="-3048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indent="-3048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23" name="Google Shape;23;p4"/>
          <p:cNvSpPr/>
          <p:nvPr/>
        </p:nvSpPr>
        <p:spPr>
          <a:xfrm>
            <a:off x="8702800" y="3766800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>
            <a:off x="5115120" y="114288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224975" y="2095748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4"/>
          <p:cNvSpPr/>
          <p:nvPr/>
        </p:nvSpPr>
        <p:spPr>
          <a:xfrm>
            <a:off x="4305545" y="4679738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subTitle"/>
          </p:nvPr>
        </p:nvSpPr>
        <p:spPr>
          <a:xfrm>
            <a:off x="5044057" y="3586025"/>
            <a:ext cx="2528100" cy="6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subTitle"/>
          </p:nvPr>
        </p:nvSpPr>
        <p:spPr>
          <a:xfrm>
            <a:off x="1571843" y="3585925"/>
            <a:ext cx="2528100" cy="6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3" type="subTitle"/>
          </p:nvPr>
        </p:nvSpPr>
        <p:spPr>
          <a:xfrm>
            <a:off x="5044057" y="3341575"/>
            <a:ext cx="2528100" cy="3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32" name="Google Shape;32;p5"/>
          <p:cNvSpPr txBox="1"/>
          <p:nvPr>
            <p:ph idx="4" type="subTitle"/>
          </p:nvPr>
        </p:nvSpPr>
        <p:spPr>
          <a:xfrm>
            <a:off x="1571843" y="3341475"/>
            <a:ext cx="2528100" cy="3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33" name="Google Shape;33;p5"/>
          <p:cNvSpPr/>
          <p:nvPr/>
        </p:nvSpPr>
        <p:spPr>
          <a:xfrm>
            <a:off x="5130912" y="29055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"/>
          <p:cNvSpPr/>
          <p:nvPr/>
        </p:nvSpPr>
        <p:spPr>
          <a:xfrm>
            <a:off x="2899850" y="473126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7" name="Google Shape;37;p6"/>
          <p:cNvSpPr/>
          <p:nvPr/>
        </p:nvSpPr>
        <p:spPr>
          <a:xfrm>
            <a:off x="3968725" y="133452"/>
            <a:ext cx="243534" cy="223980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6"/>
          <p:cNvSpPr/>
          <p:nvPr/>
        </p:nvSpPr>
        <p:spPr>
          <a:xfrm>
            <a:off x="8635320" y="4204700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7"/>
          <p:cNvSpPr txBox="1"/>
          <p:nvPr>
            <p:ph idx="1" type="subTitle"/>
          </p:nvPr>
        </p:nvSpPr>
        <p:spPr>
          <a:xfrm>
            <a:off x="720000" y="1576525"/>
            <a:ext cx="4294800" cy="229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41" name="Google Shape;41;p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2" name="Google Shape;42;p7"/>
          <p:cNvSpPr/>
          <p:nvPr/>
        </p:nvSpPr>
        <p:spPr>
          <a:xfrm>
            <a:off x="3090620" y="4725950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7"/>
          <p:cNvSpPr/>
          <p:nvPr/>
        </p:nvSpPr>
        <p:spPr>
          <a:xfrm>
            <a:off x="7689613" y="173348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/>
          <p:nvPr>
            <p:ph type="title"/>
          </p:nvPr>
        </p:nvSpPr>
        <p:spPr>
          <a:xfrm>
            <a:off x="1048125" y="1307100"/>
            <a:ext cx="69864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6" name="Google Shape;46;p8"/>
          <p:cNvSpPr/>
          <p:nvPr/>
        </p:nvSpPr>
        <p:spPr>
          <a:xfrm>
            <a:off x="8669725" y="3180325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8"/>
          <p:cNvSpPr/>
          <p:nvPr/>
        </p:nvSpPr>
        <p:spPr>
          <a:xfrm>
            <a:off x="364638" y="306583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/>
          <p:nvPr/>
        </p:nvSpPr>
        <p:spPr>
          <a:xfrm>
            <a:off x="4450232" y="20347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/>
          <p:nvPr>
            <p:ph idx="2" type="pic"/>
          </p:nvPr>
        </p:nvSpPr>
        <p:spPr>
          <a:xfrm>
            <a:off x="-6475" y="-6475"/>
            <a:ext cx="91506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4" name="Google Shape;54;p10"/>
          <p:cNvSpPr txBox="1"/>
          <p:nvPr>
            <p:ph type="title"/>
          </p:nvPr>
        </p:nvSpPr>
        <p:spPr>
          <a:xfrm>
            <a:off x="720000" y="4041425"/>
            <a:ext cx="7704000" cy="572700"/>
          </a:xfrm>
          <a:prstGeom prst="rect">
            <a:avLst/>
          </a:prstGeom>
          <a:solidFill>
            <a:schemeClr val="dk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None/>
              <a:defRPr sz="3000">
                <a:solidFill>
                  <a:schemeClr val="accent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/>
          <p:nvPr>
            <p:ph hasCustomPrompt="1" type="title"/>
          </p:nvPr>
        </p:nvSpPr>
        <p:spPr>
          <a:xfrm>
            <a:off x="725975" y="1719338"/>
            <a:ext cx="7692000" cy="1131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7" name="Google Shape;57;p11"/>
          <p:cNvSpPr txBox="1"/>
          <p:nvPr>
            <p:ph idx="1" type="subTitle"/>
          </p:nvPr>
        </p:nvSpPr>
        <p:spPr>
          <a:xfrm>
            <a:off x="1284000" y="2927063"/>
            <a:ext cx="65760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58" name="Google Shape;58;p11"/>
          <p:cNvSpPr/>
          <p:nvPr/>
        </p:nvSpPr>
        <p:spPr>
          <a:xfrm>
            <a:off x="3773787" y="17770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/>
          <p:nvPr/>
        </p:nvSpPr>
        <p:spPr>
          <a:xfrm>
            <a:off x="5399875" y="481321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lt1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1" type="subTitle"/>
          </p:nvPr>
        </p:nvSpPr>
        <p:spPr>
          <a:xfrm>
            <a:off x="720000" y="2235387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3"/>
          <p:cNvSpPr txBox="1"/>
          <p:nvPr>
            <p:ph idx="2" type="subTitle"/>
          </p:nvPr>
        </p:nvSpPr>
        <p:spPr>
          <a:xfrm>
            <a:off x="3419269" y="2235387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idx="3" type="subTitle"/>
          </p:nvPr>
        </p:nvSpPr>
        <p:spPr>
          <a:xfrm>
            <a:off x="720000" y="3970571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4" type="subTitle"/>
          </p:nvPr>
        </p:nvSpPr>
        <p:spPr>
          <a:xfrm>
            <a:off x="3419269" y="3970571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5" type="subTitle"/>
          </p:nvPr>
        </p:nvSpPr>
        <p:spPr>
          <a:xfrm>
            <a:off x="6118545" y="2235387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3"/>
          <p:cNvSpPr txBox="1"/>
          <p:nvPr>
            <p:ph idx="6" type="subTitle"/>
          </p:nvPr>
        </p:nvSpPr>
        <p:spPr>
          <a:xfrm>
            <a:off x="6118545" y="3970571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7" type="title"/>
          </p:nvPr>
        </p:nvSpPr>
        <p:spPr>
          <a:xfrm>
            <a:off x="1505400" y="1420983"/>
            <a:ext cx="734700" cy="4476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0" name="Google Shape;70;p13"/>
          <p:cNvSpPr txBox="1"/>
          <p:nvPr>
            <p:ph hasCustomPrompt="1" idx="8" type="title"/>
          </p:nvPr>
        </p:nvSpPr>
        <p:spPr>
          <a:xfrm>
            <a:off x="1505400" y="3159191"/>
            <a:ext cx="734700" cy="4476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/>
          <p:nvPr>
            <p:ph hasCustomPrompt="1" idx="9" type="title"/>
          </p:nvPr>
        </p:nvSpPr>
        <p:spPr>
          <a:xfrm>
            <a:off x="4204669" y="1420983"/>
            <a:ext cx="734700" cy="4476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/>
          <p:nvPr>
            <p:ph hasCustomPrompt="1" idx="13" type="title"/>
          </p:nvPr>
        </p:nvSpPr>
        <p:spPr>
          <a:xfrm>
            <a:off x="4204669" y="3159191"/>
            <a:ext cx="734700" cy="4476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3" name="Google Shape;73;p13"/>
          <p:cNvSpPr txBox="1"/>
          <p:nvPr>
            <p:ph hasCustomPrompt="1" idx="14" type="title"/>
          </p:nvPr>
        </p:nvSpPr>
        <p:spPr>
          <a:xfrm>
            <a:off x="6903945" y="1420983"/>
            <a:ext cx="734700" cy="4476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/>
          <p:nvPr>
            <p:ph hasCustomPrompt="1" idx="15" type="title"/>
          </p:nvPr>
        </p:nvSpPr>
        <p:spPr>
          <a:xfrm>
            <a:off x="6903945" y="3159191"/>
            <a:ext cx="734700" cy="4476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/>
          <p:nvPr>
            <p:ph idx="16" type="subTitle"/>
          </p:nvPr>
        </p:nvSpPr>
        <p:spPr>
          <a:xfrm>
            <a:off x="720000" y="1849179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76" name="Google Shape;76;p13"/>
          <p:cNvSpPr txBox="1"/>
          <p:nvPr>
            <p:ph idx="17" type="subTitle"/>
          </p:nvPr>
        </p:nvSpPr>
        <p:spPr>
          <a:xfrm>
            <a:off x="3419269" y="1849179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8" type="subTitle"/>
          </p:nvPr>
        </p:nvSpPr>
        <p:spPr>
          <a:xfrm>
            <a:off x="720000" y="3589571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78" name="Google Shape;78;p13"/>
          <p:cNvSpPr txBox="1"/>
          <p:nvPr>
            <p:ph idx="19" type="subTitle"/>
          </p:nvPr>
        </p:nvSpPr>
        <p:spPr>
          <a:xfrm>
            <a:off x="3419269" y="3589571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79" name="Google Shape;79;p13"/>
          <p:cNvSpPr txBox="1"/>
          <p:nvPr>
            <p:ph idx="20" type="subTitle"/>
          </p:nvPr>
        </p:nvSpPr>
        <p:spPr>
          <a:xfrm>
            <a:off x="6118545" y="1849179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80" name="Google Shape;80;p13"/>
          <p:cNvSpPr txBox="1"/>
          <p:nvPr>
            <p:ph idx="21" type="subTitle"/>
          </p:nvPr>
        </p:nvSpPr>
        <p:spPr>
          <a:xfrm>
            <a:off x="6118545" y="3589571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81" name="Google Shape;81;p13"/>
          <p:cNvSpPr/>
          <p:nvPr/>
        </p:nvSpPr>
        <p:spPr>
          <a:xfrm>
            <a:off x="3482525" y="4739200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3"/>
          <p:cNvSpPr/>
          <p:nvPr/>
        </p:nvSpPr>
        <p:spPr>
          <a:xfrm>
            <a:off x="268095" y="3186588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3"/>
          <p:cNvSpPr/>
          <p:nvPr/>
        </p:nvSpPr>
        <p:spPr>
          <a:xfrm>
            <a:off x="5438825" y="169748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3"/>
          <p:cNvSpPr/>
          <p:nvPr/>
        </p:nvSpPr>
        <p:spPr>
          <a:xfrm>
            <a:off x="8668570" y="3769450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4"/>
          <p:cNvSpPr txBox="1"/>
          <p:nvPr>
            <p:ph type="title"/>
          </p:nvPr>
        </p:nvSpPr>
        <p:spPr>
          <a:xfrm>
            <a:off x="3849625" y="3158600"/>
            <a:ext cx="4568400" cy="53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7" name="Google Shape;87;p14"/>
          <p:cNvSpPr txBox="1"/>
          <p:nvPr>
            <p:ph idx="1" type="subTitle"/>
          </p:nvPr>
        </p:nvSpPr>
        <p:spPr>
          <a:xfrm>
            <a:off x="1407325" y="1569625"/>
            <a:ext cx="7010700" cy="147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8" name="Google Shape;88;p14"/>
          <p:cNvSpPr/>
          <p:nvPr/>
        </p:nvSpPr>
        <p:spPr>
          <a:xfrm>
            <a:off x="4517825" y="224725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4"/>
          <p:cNvSpPr/>
          <p:nvPr/>
        </p:nvSpPr>
        <p:spPr>
          <a:xfrm>
            <a:off x="7382588" y="47584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/>
          <p:nvPr>
            <p:ph type="title"/>
          </p:nvPr>
        </p:nvSpPr>
        <p:spPr>
          <a:xfrm>
            <a:off x="3364798" y="2462350"/>
            <a:ext cx="5067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92" name="Google Shape;92;p15"/>
          <p:cNvSpPr txBox="1"/>
          <p:nvPr>
            <p:ph hasCustomPrompt="1" idx="2" type="title"/>
          </p:nvPr>
        </p:nvSpPr>
        <p:spPr>
          <a:xfrm>
            <a:off x="7138701" y="1166025"/>
            <a:ext cx="1293600" cy="12879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/>
          <p:nvPr>
            <p:ph idx="1" type="subTitle"/>
          </p:nvPr>
        </p:nvSpPr>
        <p:spPr>
          <a:xfrm>
            <a:off x="4184750" y="3443675"/>
            <a:ext cx="4247700" cy="417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94" name="Google Shape;94;p15"/>
          <p:cNvSpPr/>
          <p:nvPr/>
        </p:nvSpPr>
        <p:spPr>
          <a:xfrm>
            <a:off x="1612457" y="28437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5"/>
          <p:cNvSpPr/>
          <p:nvPr/>
        </p:nvSpPr>
        <p:spPr>
          <a:xfrm>
            <a:off x="6504020" y="479257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type="title"/>
          </p:nvPr>
        </p:nvSpPr>
        <p:spPr>
          <a:xfrm>
            <a:off x="1072050" y="2583900"/>
            <a:ext cx="6999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98" name="Google Shape;98;p16"/>
          <p:cNvSpPr txBox="1"/>
          <p:nvPr>
            <p:ph hasCustomPrompt="1" idx="2" type="title"/>
          </p:nvPr>
        </p:nvSpPr>
        <p:spPr>
          <a:xfrm>
            <a:off x="3894300" y="1172475"/>
            <a:ext cx="1355400" cy="1326900"/>
          </a:xfrm>
          <a:prstGeom prst="rect">
            <a:avLst/>
          </a:prstGeom>
          <a:solidFill>
            <a:schemeClr val="accent1"/>
          </a:solidFill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9" name="Google Shape;99;p16"/>
          <p:cNvSpPr txBox="1"/>
          <p:nvPr>
            <p:ph idx="1" type="subTitle"/>
          </p:nvPr>
        </p:nvSpPr>
        <p:spPr>
          <a:xfrm>
            <a:off x="2038200" y="3489025"/>
            <a:ext cx="5067600" cy="41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6"/>
          <p:cNvSpPr/>
          <p:nvPr/>
        </p:nvSpPr>
        <p:spPr>
          <a:xfrm>
            <a:off x="3434976" y="268621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5567595" y="467947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_HEADER_3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 txBox="1"/>
          <p:nvPr>
            <p:ph type="title"/>
          </p:nvPr>
        </p:nvSpPr>
        <p:spPr>
          <a:xfrm>
            <a:off x="3276450" y="1910700"/>
            <a:ext cx="42705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04" name="Google Shape;104;p17"/>
          <p:cNvSpPr txBox="1"/>
          <p:nvPr>
            <p:ph hasCustomPrompt="1" idx="2" type="title"/>
          </p:nvPr>
        </p:nvSpPr>
        <p:spPr>
          <a:xfrm>
            <a:off x="1787925" y="1957052"/>
            <a:ext cx="1230600" cy="12294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7"/>
          <p:cNvSpPr txBox="1"/>
          <p:nvPr>
            <p:ph idx="1" type="subTitle"/>
          </p:nvPr>
        </p:nvSpPr>
        <p:spPr>
          <a:xfrm>
            <a:off x="3276450" y="2765537"/>
            <a:ext cx="4270500" cy="41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4">
  <p:cSld name="SECTION_HEADER_4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/>
          <p:nvPr>
            <p:ph type="title"/>
          </p:nvPr>
        </p:nvSpPr>
        <p:spPr>
          <a:xfrm>
            <a:off x="2526400" y="1898850"/>
            <a:ext cx="4266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08" name="Google Shape;108;p18"/>
          <p:cNvSpPr txBox="1"/>
          <p:nvPr>
            <p:ph hasCustomPrompt="1" idx="2" type="title"/>
          </p:nvPr>
        </p:nvSpPr>
        <p:spPr>
          <a:xfrm>
            <a:off x="6912454" y="1898853"/>
            <a:ext cx="1347000" cy="13458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/>
          <p:nvPr>
            <p:ph idx="1" type="subTitle"/>
          </p:nvPr>
        </p:nvSpPr>
        <p:spPr>
          <a:xfrm>
            <a:off x="2526400" y="2828675"/>
            <a:ext cx="4266300" cy="41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8"/>
          <p:cNvSpPr/>
          <p:nvPr/>
        </p:nvSpPr>
        <p:spPr>
          <a:xfrm>
            <a:off x="5762612" y="476860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8"/>
          <p:cNvSpPr/>
          <p:nvPr/>
        </p:nvSpPr>
        <p:spPr>
          <a:xfrm>
            <a:off x="8665100" y="3974463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8"/>
          <p:cNvSpPr/>
          <p:nvPr/>
        </p:nvSpPr>
        <p:spPr>
          <a:xfrm>
            <a:off x="2904801" y="213546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5">
  <p:cSld name="SECTION_HEADER_5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>
            <p:ph type="title"/>
          </p:nvPr>
        </p:nvSpPr>
        <p:spPr>
          <a:xfrm>
            <a:off x="2038200" y="2507700"/>
            <a:ext cx="5067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15" name="Google Shape;115;p19"/>
          <p:cNvSpPr txBox="1"/>
          <p:nvPr>
            <p:ph hasCustomPrompt="1" idx="2" type="title"/>
          </p:nvPr>
        </p:nvSpPr>
        <p:spPr>
          <a:xfrm>
            <a:off x="3927300" y="1211025"/>
            <a:ext cx="1289400" cy="12882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9"/>
          <p:cNvSpPr txBox="1"/>
          <p:nvPr>
            <p:ph idx="1" type="subTitle"/>
          </p:nvPr>
        </p:nvSpPr>
        <p:spPr>
          <a:xfrm>
            <a:off x="2038200" y="3394927"/>
            <a:ext cx="5067600" cy="41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4352162" y="4772725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9"/>
          <p:cNvSpPr/>
          <p:nvPr/>
        </p:nvSpPr>
        <p:spPr>
          <a:xfrm>
            <a:off x="4131375" y="24406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1" name="Google Shape;121;p20"/>
          <p:cNvSpPr txBox="1"/>
          <p:nvPr>
            <p:ph idx="1" type="subTitle"/>
          </p:nvPr>
        </p:nvSpPr>
        <p:spPr>
          <a:xfrm>
            <a:off x="4955006" y="3032630"/>
            <a:ext cx="2733600" cy="101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2" name="Google Shape;122;p20"/>
          <p:cNvSpPr txBox="1"/>
          <p:nvPr>
            <p:ph idx="2" type="subTitle"/>
          </p:nvPr>
        </p:nvSpPr>
        <p:spPr>
          <a:xfrm>
            <a:off x="1455400" y="3032630"/>
            <a:ext cx="2733600" cy="101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3" name="Google Shape;123;p20"/>
          <p:cNvSpPr txBox="1"/>
          <p:nvPr>
            <p:ph idx="3" type="subTitle"/>
          </p:nvPr>
        </p:nvSpPr>
        <p:spPr>
          <a:xfrm>
            <a:off x="4955008" y="2562825"/>
            <a:ext cx="27336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24" name="Google Shape;124;p20"/>
          <p:cNvSpPr txBox="1"/>
          <p:nvPr>
            <p:ph idx="4" type="subTitle"/>
          </p:nvPr>
        </p:nvSpPr>
        <p:spPr>
          <a:xfrm>
            <a:off x="1455400" y="2562825"/>
            <a:ext cx="27336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25" name="Google Shape;125;p20"/>
          <p:cNvSpPr/>
          <p:nvPr/>
        </p:nvSpPr>
        <p:spPr>
          <a:xfrm>
            <a:off x="245450" y="1760100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0"/>
          <p:cNvSpPr/>
          <p:nvPr/>
        </p:nvSpPr>
        <p:spPr>
          <a:xfrm>
            <a:off x="8582524" y="2737613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_2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9" name="Google Shape;129;p21"/>
          <p:cNvSpPr txBox="1"/>
          <p:nvPr>
            <p:ph idx="1" type="subTitle"/>
          </p:nvPr>
        </p:nvSpPr>
        <p:spPr>
          <a:xfrm>
            <a:off x="831850" y="3027325"/>
            <a:ext cx="2238600" cy="8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1"/>
          <p:cNvSpPr txBox="1"/>
          <p:nvPr>
            <p:ph idx="2" type="subTitle"/>
          </p:nvPr>
        </p:nvSpPr>
        <p:spPr>
          <a:xfrm>
            <a:off x="3452700" y="3027325"/>
            <a:ext cx="2238600" cy="8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1"/>
          <p:cNvSpPr txBox="1"/>
          <p:nvPr>
            <p:ph idx="3" type="subTitle"/>
          </p:nvPr>
        </p:nvSpPr>
        <p:spPr>
          <a:xfrm>
            <a:off x="6073556" y="3027325"/>
            <a:ext cx="2238600" cy="8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1"/>
          <p:cNvSpPr txBox="1"/>
          <p:nvPr>
            <p:ph idx="4" type="subTitle"/>
          </p:nvPr>
        </p:nvSpPr>
        <p:spPr>
          <a:xfrm>
            <a:off x="831850" y="2704325"/>
            <a:ext cx="2238600" cy="43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33" name="Google Shape;133;p21"/>
          <p:cNvSpPr txBox="1"/>
          <p:nvPr>
            <p:ph idx="5" type="subTitle"/>
          </p:nvPr>
        </p:nvSpPr>
        <p:spPr>
          <a:xfrm>
            <a:off x="3452700" y="2704325"/>
            <a:ext cx="2238600" cy="43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34" name="Google Shape;134;p21"/>
          <p:cNvSpPr txBox="1"/>
          <p:nvPr>
            <p:ph idx="6" type="subTitle"/>
          </p:nvPr>
        </p:nvSpPr>
        <p:spPr>
          <a:xfrm>
            <a:off x="6073557" y="2704325"/>
            <a:ext cx="2238600" cy="43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35" name="Google Shape;135;p21"/>
          <p:cNvSpPr/>
          <p:nvPr/>
        </p:nvSpPr>
        <p:spPr>
          <a:xfrm>
            <a:off x="8587650" y="927325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1"/>
          <p:cNvSpPr/>
          <p:nvPr/>
        </p:nvSpPr>
        <p:spPr>
          <a:xfrm>
            <a:off x="209945" y="213832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9" name="Google Shape;139;p22"/>
          <p:cNvSpPr txBox="1"/>
          <p:nvPr>
            <p:ph idx="1" type="subTitle"/>
          </p:nvPr>
        </p:nvSpPr>
        <p:spPr>
          <a:xfrm>
            <a:off x="2332149" y="20523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2"/>
          <p:cNvSpPr txBox="1"/>
          <p:nvPr>
            <p:ph idx="2" type="subTitle"/>
          </p:nvPr>
        </p:nvSpPr>
        <p:spPr>
          <a:xfrm>
            <a:off x="5715053" y="20523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22"/>
          <p:cNvSpPr txBox="1"/>
          <p:nvPr>
            <p:ph idx="3" type="subTitle"/>
          </p:nvPr>
        </p:nvSpPr>
        <p:spPr>
          <a:xfrm>
            <a:off x="2332149" y="34857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2"/>
          <p:cNvSpPr txBox="1"/>
          <p:nvPr>
            <p:ph idx="4" type="subTitle"/>
          </p:nvPr>
        </p:nvSpPr>
        <p:spPr>
          <a:xfrm>
            <a:off x="5715053" y="34857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2"/>
          <p:cNvSpPr txBox="1"/>
          <p:nvPr>
            <p:ph idx="5" type="subTitle"/>
          </p:nvPr>
        </p:nvSpPr>
        <p:spPr>
          <a:xfrm>
            <a:off x="2332149" y="1745475"/>
            <a:ext cx="1978200" cy="43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44" name="Google Shape;144;p22"/>
          <p:cNvSpPr txBox="1"/>
          <p:nvPr>
            <p:ph idx="6" type="subTitle"/>
          </p:nvPr>
        </p:nvSpPr>
        <p:spPr>
          <a:xfrm>
            <a:off x="5715051" y="1745475"/>
            <a:ext cx="1978200" cy="43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45" name="Google Shape;145;p22"/>
          <p:cNvSpPr txBox="1"/>
          <p:nvPr>
            <p:ph idx="7" type="subTitle"/>
          </p:nvPr>
        </p:nvSpPr>
        <p:spPr>
          <a:xfrm>
            <a:off x="2332149" y="3178825"/>
            <a:ext cx="1978200" cy="43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46" name="Google Shape;146;p22"/>
          <p:cNvSpPr txBox="1"/>
          <p:nvPr>
            <p:ph idx="8" type="subTitle"/>
          </p:nvPr>
        </p:nvSpPr>
        <p:spPr>
          <a:xfrm>
            <a:off x="5715051" y="3178825"/>
            <a:ext cx="1978200" cy="43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47" name="Google Shape;147;p22"/>
          <p:cNvSpPr/>
          <p:nvPr/>
        </p:nvSpPr>
        <p:spPr>
          <a:xfrm>
            <a:off x="8530312" y="614688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2"/>
          <p:cNvSpPr/>
          <p:nvPr/>
        </p:nvSpPr>
        <p:spPr>
          <a:xfrm>
            <a:off x="388900" y="45368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9" name="Google Shape;149;p22"/>
          <p:cNvGrpSpPr/>
          <p:nvPr/>
        </p:nvGrpSpPr>
        <p:grpSpPr>
          <a:xfrm>
            <a:off x="125335" y="1345797"/>
            <a:ext cx="600650" cy="572729"/>
            <a:chOff x="2251000" y="4394332"/>
            <a:chExt cx="676103" cy="644674"/>
          </a:xfrm>
        </p:grpSpPr>
        <p:sp>
          <p:nvSpPr>
            <p:cNvPr id="150" name="Google Shape;150;p22"/>
            <p:cNvSpPr/>
            <p:nvPr/>
          </p:nvSpPr>
          <p:spPr>
            <a:xfrm>
              <a:off x="2251000" y="4394337"/>
              <a:ext cx="676102" cy="644669"/>
            </a:xfrm>
            <a:custGeom>
              <a:rect b="b" l="l" r="r" t="t"/>
              <a:pathLst>
                <a:path extrusionOk="0" h="6768" w="7098">
                  <a:moveTo>
                    <a:pt x="3715" y="1"/>
                  </a:moveTo>
                  <a:cubicBezTo>
                    <a:pt x="2849" y="1"/>
                    <a:pt x="1983" y="331"/>
                    <a:pt x="1322" y="992"/>
                  </a:cubicBezTo>
                  <a:cubicBezTo>
                    <a:pt x="0" y="2313"/>
                    <a:pt x="0" y="4456"/>
                    <a:pt x="1322" y="5777"/>
                  </a:cubicBezTo>
                  <a:cubicBezTo>
                    <a:pt x="1957" y="6412"/>
                    <a:pt x="2817" y="6767"/>
                    <a:pt x="3714" y="6767"/>
                  </a:cubicBezTo>
                  <a:cubicBezTo>
                    <a:pt x="4612" y="6767"/>
                    <a:pt x="5473" y="6412"/>
                    <a:pt x="6107" y="5777"/>
                  </a:cubicBezTo>
                  <a:cubicBezTo>
                    <a:pt x="6742" y="5142"/>
                    <a:pt x="7098" y="4282"/>
                    <a:pt x="7098" y="3384"/>
                  </a:cubicBezTo>
                  <a:cubicBezTo>
                    <a:pt x="7098" y="2487"/>
                    <a:pt x="6742" y="1626"/>
                    <a:pt x="6107" y="992"/>
                  </a:cubicBezTo>
                  <a:cubicBezTo>
                    <a:pt x="5446" y="331"/>
                    <a:pt x="4580" y="1"/>
                    <a:pt x="3715" y="1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1" name="Google Shape;151;p22"/>
            <p:cNvGrpSpPr/>
            <p:nvPr/>
          </p:nvGrpSpPr>
          <p:grpSpPr>
            <a:xfrm>
              <a:off x="2251000" y="4394332"/>
              <a:ext cx="676102" cy="644669"/>
              <a:chOff x="253200" y="4388432"/>
              <a:chExt cx="676102" cy="644669"/>
            </a:xfrm>
          </p:grpSpPr>
          <p:sp>
            <p:nvSpPr>
              <p:cNvPr id="152" name="Google Shape;152;p22"/>
              <p:cNvSpPr/>
              <p:nvPr/>
            </p:nvSpPr>
            <p:spPr>
              <a:xfrm>
                <a:off x="253200" y="4388432"/>
                <a:ext cx="676102" cy="644669"/>
              </a:xfrm>
              <a:custGeom>
                <a:rect b="b" l="l" r="r" t="t"/>
                <a:pathLst>
                  <a:path extrusionOk="0" h="6768" w="7098">
                    <a:moveTo>
                      <a:pt x="3713" y="1"/>
                    </a:moveTo>
                    <a:cubicBezTo>
                      <a:pt x="2847" y="1"/>
                      <a:pt x="1982" y="331"/>
                      <a:pt x="1322" y="992"/>
                    </a:cubicBezTo>
                    <a:cubicBezTo>
                      <a:pt x="0" y="2314"/>
                      <a:pt x="0" y="4456"/>
                      <a:pt x="1322" y="5777"/>
                    </a:cubicBezTo>
                    <a:cubicBezTo>
                      <a:pt x="1956" y="6412"/>
                      <a:pt x="2816" y="6768"/>
                      <a:pt x="3714" y="6768"/>
                    </a:cubicBezTo>
                    <a:cubicBezTo>
                      <a:pt x="4610" y="6768"/>
                      <a:pt x="5471" y="6412"/>
                      <a:pt x="6106" y="5777"/>
                    </a:cubicBezTo>
                    <a:cubicBezTo>
                      <a:pt x="6740" y="5143"/>
                      <a:pt x="7097" y="4282"/>
                      <a:pt x="7097" y="3384"/>
                    </a:cubicBezTo>
                    <a:cubicBezTo>
                      <a:pt x="7097" y="2487"/>
                      <a:pt x="6740" y="1627"/>
                      <a:pt x="6106" y="992"/>
                    </a:cubicBezTo>
                    <a:cubicBezTo>
                      <a:pt x="5445" y="331"/>
                      <a:pt x="4579" y="1"/>
                      <a:pt x="371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22"/>
              <p:cNvSpPr/>
              <p:nvPr/>
            </p:nvSpPr>
            <p:spPr>
              <a:xfrm>
                <a:off x="403221" y="4487778"/>
                <a:ext cx="407490" cy="387582"/>
              </a:xfrm>
              <a:custGeom>
                <a:rect b="b" l="l" r="r" t="t"/>
                <a:pathLst>
                  <a:path extrusionOk="0" h="4069" w="4278">
                    <a:moveTo>
                      <a:pt x="2140" y="1"/>
                    </a:moveTo>
                    <a:lnTo>
                      <a:pt x="1478" y="1340"/>
                    </a:lnTo>
                    <a:lnTo>
                      <a:pt x="1" y="1554"/>
                    </a:lnTo>
                    <a:lnTo>
                      <a:pt x="1070" y="2597"/>
                    </a:lnTo>
                    <a:lnTo>
                      <a:pt x="817" y="4069"/>
                    </a:lnTo>
                    <a:lnTo>
                      <a:pt x="2140" y="3374"/>
                    </a:lnTo>
                    <a:lnTo>
                      <a:pt x="3461" y="4069"/>
                    </a:lnTo>
                    <a:lnTo>
                      <a:pt x="3461" y="4069"/>
                    </a:lnTo>
                    <a:lnTo>
                      <a:pt x="3208" y="2597"/>
                    </a:lnTo>
                    <a:lnTo>
                      <a:pt x="4278" y="1554"/>
                    </a:lnTo>
                    <a:lnTo>
                      <a:pt x="2800" y="1340"/>
                    </a:lnTo>
                    <a:lnTo>
                      <a:pt x="21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_1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56" name="Google Shape;156;p23"/>
          <p:cNvSpPr txBox="1"/>
          <p:nvPr>
            <p:ph idx="1" type="subTitle"/>
          </p:nvPr>
        </p:nvSpPr>
        <p:spPr>
          <a:xfrm>
            <a:off x="857050" y="2345579"/>
            <a:ext cx="21258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23"/>
          <p:cNvSpPr txBox="1"/>
          <p:nvPr>
            <p:ph idx="2" type="subTitle"/>
          </p:nvPr>
        </p:nvSpPr>
        <p:spPr>
          <a:xfrm>
            <a:off x="3509093" y="2345579"/>
            <a:ext cx="21258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23"/>
          <p:cNvSpPr txBox="1"/>
          <p:nvPr>
            <p:ph idx="3" type="subTitle"/>
          </p:nvPr>
        </p:nvSpPr>
        <p:spPr>
          <a:xfrm>
            <a:off x="857050" y="4083775"/>
            <a:ext cx="21258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3"/>
          <p:cNvSpPr txBox="1"/>
          <p:nvPr>
            <p:ph idx="4" type="subTitle"/>
          </p:nvPr>
        </p:nvSpPr>
        <p:spPr>
          <a:xfrm>
            <a:off x="3509093" y="4083775"/>
            <a:ext cx="21258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3"/>
          <p:cNvSpPr txBox="1"/>
          <p:nvPr>
            <p:ph idx="5" type="subTitle"/>
          </p:nvPr>
        </p:nvSpPr>
        <p:spPr>
          <a:xfrm>
            <a:off x="6161142" y="2345579"/>
            <a:ext cx="21258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23"/>
          <p:cNvSpPr txBox="1"/>
          <p:nvPr>
            <p:ph idx="6" type="subTitle"/>
          </p:nvPr>
        </p:nvSpPr>
        <p:spPr>
          <a:xfrm>
            <a:off x="6161142" y="4083775"/>
            <a:ext cx="21258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23"/>
          <p:cNvSpPr txBox="1"/>
          <p:nvPr>
            <p:ph idx="7" type="subTitle"/>
          </p:nvPr>
        </p:nvSpPr>
        <p:spPr>
          <a:xfrm>
            <a:off x="857050" y="2165550"/>
            <a:ext cx="2125800" cy="37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63" name="Google Shape;163;p23"/>
          <p:cNvSpPr txBox="1"/>
          <p:nvPr>
            <p:ph idx="8" type="subTitle"/>
          </p:nvPr>
        </p:nvSpPr>
        <p:spPr>
          <a:xfrm>
            <a:off x="3509092" y="2165550"/>
            <a:ext cx="2125800" cy="37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64" name="Google Shape;164;p23"/>
          <p:cNvSpPr txBox="1"/>
          <p:nvPr>
            <p:ph idx="9" type="subTitle"/>
          </p:nvPr>
        </p:nvSpPr>
        <p:spPr>
          <a:xfrm>
            <a:off x="857050" y="3903745"/>
            <a:ext cx="2125800" cy="37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65" name="Google Shape;165;p23"/>
          <p:cNvSpPr txBox="1"/>
          <p:nvPr>
            <p:ph idx="13" type="subTitle"/>
          </p:nvPr>
        </p:nvSpPr>
        <p:spPr>
          <a:xfrm>
            <a:off x="3509092" y="3903745"/>
            <a:ext cx="2125800" cy="37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66" name="Google Shape;166;p23"/>
          <p:cNvSpPr txBox="1"/>
          <p:nvPr>
            <p:ph idx="14" type="subTitle"/>
          </p:nvPr>
        </p:nvSpPr>
        <p:spPr>
          <a:xfrm>
            <a:off x="6161141" y="2165550"/>
            <a:ext cx="2125800" cy="37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67" name="Google Shape;167;p23"/>
          <p:cNvSpPr txBox="1"/>
          <p:nvPr>
            <p:ph idx="15" type="subTitle"/>
          </p:nvPr>
        </p:nvSpPr>
        <p:spPr>
          <a:xfrm>
            <a:off x="6161141" y="3903745"/>
            <a:ext cx="2125800" cy="37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68" name="Google Shape;168;p23"/>
          <p:cNvSpPr/>
          <p:nvPr/>
        </p:nvSpPr>
        <p:spPr>
          <a:xfrm>
            <a:off x="322462" y="2165538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3"/>
          <p:cNvSpPr/>
          <p:nvPr/>
        </p:nvSpPr>
        <p:spPr>
          <a:xfrm>
            <a:off x="8737475" y="39292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0" name="Google Shape;170;p23"/>
          <p:cNvGrpSpPr/>
          <p:nvPr/>
        </p:nvGrpSpPr>
        <p:grpSpPr>
          <a:xfrm>
            <a:off x="222276" y="3400144"/>
            <a:ext cx="503709" cy="503608"/>
            <a:chOff x="7955951" y="4362269"/>
            <a:chExt cx="503709" cy="503608"/>
          </a:xfrm>
        </p:grpSpPr>
        <p:sp>
          <p:nvSpPr>
            <p:cNvPr id="171" name="Google Shape;171;p23"/>
            <p:cNvSpPr/>
            <p:nvPr/>
          </p:nvSpPr>
          <p:spPr>
            <a:xfrm>
              <a:off x="7955951" y="4362275"/>
              <a:ext cx="503697" cy="503599"/>
            </a:xfrm>
            <a:custGeom>
              <a:rect b="b" l="l" r="r" t="t"/>
              <a:pathLst>
                <a:path extrusionOk="0" h="5156" w="5157">
                  <a:moveTo>
                    <a:pt x="2579" y="0"/>
                  </a:moveTo>
                  <a:cubicBezTo>
                    <a:pt x="1154" y="0"/>
                    <a:pt x="0" y="1154"/>
                    <a:pt x="0" y="2579"/>
                  </a:cubicBezTo>
                  <a:cubicBezTo>
                    <a:pt x="0" y="4002"/>
                    <a:pt x="1154" y="5156"/>
                    <a:pt x="2579" y="5156"/>
                  </a:cubicBezTo>
                  <a:cubicBezTo>
                    <a:pt x="4002" y="5156"/>
                    <a:pt x="5157" y="4002"/>
                    <a:pt x="5157" y="2579"/>
                  </a:cubicBezTo>
                  <a:cubicBezTo>
                    <a:pt x="5157" y="1154"/>
                    <a:pt x="4002" y="0"/>
                    <a:pt x="2579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2" name="Google Shape;172;p23"/>
            <p:cNvGrpSpPr/>
            <p:nvPr/>
          </p:nvGrpSpPr>
          <p:grpSpPr>
            <a:xfrm>
              <a:off x="7955954" y="4362269"/>
              <a:ext cx="503706" cy="503608"/>
              <a:chOff x="4703375" y="4203550"/>
              <a:chExt cx="410652" cy="410572"/>
            </a:xfrm>
          </p:grpSpPr>
          <p:sp>
            <p:nvSpPr>
              <p:cNvPr id="173" name="Google Shape;173;p23"/>
              <p:cNvSpPr/>
              <p:nvPr/>
            </p:nvSpPr>
            <p:spPr>
              <a:xfrm>
                <a:off x="4703375" y="4203550"/>
                <a:ext cx="410652" cy="410572"/>
              </a:xfrm>
              <a:custGeom>
                <a:rect b="b" l="l" r="r" t="t"/>
                <a:pathLst>
                  <a:path extrusionOk="0" h="5156" w="5157">
                    <a:moveTo>
                      <a:pt x="2578" y="0"/>
                    </a:moveTo>
                    <a:cubicBezTo>
                      <a:pt x="1155" y="0"/>
                      <a:pt x="0" y="1154"/>
                      <a:pt x="0" y="2579"/>
                    </a:cubicBezTo>
                    <a:cubicBezTo>
                      <a:pt x="0" y="4002"/>
                      <a:pt x="1155" y="5156"/>
                      <a:pt x="2578" y="5156"/>
                    </a:cubicBezTo>
                    <a:cubicBezTo>
                      <a:pt x="4003" y="5156"/>
                      <a:pt x="5157" y="4002"/>
                      <a:pt x="5157" y="2579"/>
                    </a:cubicBezTo>
                    <a:cubicBezTo>
                      <a:pt x="5157" y="1154"/>
                      <a:pt x="4003" y="0"/>
                      <a:pt x="257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23"/>
              <p:cNvSpPr/>
              <p:nvPr/>
            </p:nvSpPr>
            <p:spPr>
              <a:xfrm>
                <a:off x="4826165" y="4299027"/>
                <a:ext cx="75649" cy="219620"/>
              </a:xfrm>
              <a:custGeom>
                <a:rect b="b" l="l" r="r" t="t"/>
                <a:pathLst>
                  <a:path extrusionOk="0" h="2758" w="950">
                    <a:moveTo>
                      <a:pt x="495" y="1"/>
                    </a:moveTo>
                    <a:lnTo>
                      <a:pt x="1" y="2758"/>
                    </a:lnTo>
                    <a:lnTo>
                      <a:pt x="456" y="2758"/>
                    </a:lnTo>
                    <a:lnTo>
                      <a:pt x="95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23"/>
              <p:cNvSpPr/>
              <p:nvPr/>
            </p:nvSpPr>
            <p:spPr>
              <a:xfrm>
                <a:off x="4915590" y="4299027"/>
                <a:ext cx="75569" cy="219620"/>
              </a:xfrm>
              <a:custGeom>
                <a:rect b="b" l="l" r="r" t="t"/>
                <a:pathLst>
                  <a:path extrusionOk="0" h="2758" w="949">
                    <a:moveTo>
                      <a:pt x="494" y="1"/>
                    </a:moveTo>
                    <a:lnTo>
                      <a:pt x="1" y="2758"/>
                    </a:lnTo>
                    <a:lnTo>
                      <a:pt x="455" y="2758"/>
                    </a:lnTo>
                    <a:lnTo>
                      <a:pt x="94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23"/>
              <p:cNvSpPr/>
              <p:nvPr/>
            </p:nvSpPr>
            <p:spPr>
              <a:xfrm>
                <a:off x="4796463" y="4346089"/>
                <a:ext cx="237696" cy="36869"/>
              </a:xfrm>
              <a:custGeom>
                <a:rect b="b" l="l" r="r" t="t"/>
                <a:pathLst>
                  <a:path extrusionOk="0" h="463" w="2985">
                    <a:moveTo>
                      <a:pt x="2985" y="1"/>
                    </a:moveTo>
                    <a:lnTo>
                      <a:pt x="67" y="11"/>
                    </a:lnTo>
                    <a:lnTo>
                      <a:pt x="0" y="463"/>
                    </a:lnTo>
                    <a:lnTo>
                      <a:pt x="0" y="463"/>
                    </a:lnTo>
                    <a:lnTo>
                      <a:pt x="2918" y="451"/>
                    </a:lnTo>
                    <a:lnTo>
                      <a:pt x="29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23"/>
              <p:cNvSpPr/>
              <p:nvPr/>
            </p:nvSpPr>
            <p:spPr>
              <a:xfrm>
                <a:off x="4783244" y="4434717"/>
                <a:ext cx="237775" cy="36948"/>
              </a:xfrm>
              <a:custGeom>
                <a:rect b="b" l="l" r="r" t="t"/>
                <a:pathLst>
                  <a:path extrusionOk="0" h="464" w="2986">
                    <a:moveTo>
                      <a:pt x="2985" y="1"/>
                    </a:moveTo>
                    <a:lnTo>
                      <a:pt x="68" y="12"/>
                    </a:lnTo>
                    <a:lnTo>
                      <a:pt x="1" y="463"/>
                    </a:lnTo>
                    <a:lnTo>
                      <a:pt x="1" y="463"/>
                    </a:lnTo>
                    <a:lnTo>
                      <a:pt x="2918" y="452"/>
                    </a:lnTo>
                    <a:lnTo>
                      <a:pt x="29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 txBox="1"/>
          <p:nvPr>
            <p:ph hasCustomPrompt="1" type="title"/>
          </p:nvPr>
        </p:nvSpPr>
        <p:spPr>
          <a:xfrm>
            <a:off x="725972" y="708325"/>
            <a:ext cx="29544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80" name="Google Shape;180;p24"/>
          <p:cNvSpPr txBox="1"/>
          <p:nvPr>
            <p:ph idx="1" type="subTitle"/>
          </p:nvPr>
        </p:nvSpPr>
        <p:spPr>
          <a:xfrm>
            <a:off x="725972" y="1527311"/>
            <a:ext cx="2954400" cy="301200"/>
          </a:xfrm>
          <a:prstGeom prst="rect">
            <a:avLst/>
          </a:prstGeom>
          <a:solidFill>
            <a:schemeClr val="accent5"/>
          </a:solidFill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181" name="Google Shape;181;p24"/>
          <p:cNvSpPr txBox="1"/>
          <p:nvPr>
            <p:ph hasCustomPrompt="1" idx="2" type="title"/>
          </p:nvPr>
        </p:nvSpPr>
        <p:spPr>
          <a:xfrm>
            <a:off x="3094800" y="2006723"/>
            <a:ext cx="29544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82" name="Google Shape;182;p24"/>
          <p:cNvSpPr txBox="1"/>
          <p:nvPr>
            <p:ph idx="3" type="subTitle"/>
          </p:nvPr>
        </p:nvSpPr>
        <p:spPr>
          <a:xfrm>
            <a:off x="3094800" y="2828461"/>
            <a:ext cx="2954400" cy="301200"/>
          </a:xfrm>
          <a:prstGeom prst="rect">
            <a:avLst/>
          </a:prstGeom>
          <a:solidFill>
            <a:schemeClr val="accent5"/>
          </a:solidFill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183" name="Google Shape;183;p24"/>
          <p:cNvSpPr txBox="1"/>
          <p:nvPr>
            <p:ph hasCustomPrompt="1" idx="4" type="title"/>
          </p:nvPr>
        </p:nvSpPr>
        <p:spPr>
          <a:xfrm>
            <a:off x="5463628" y="3310898"/>
            <a:ext cx="29544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84" name="Google Shape;184;p24"/>
          <p:cNvSpPr txBox="1"/>
          <p:nvPr>
            <p:ph idx="5" type="subTitle"/>
          </p:nvPr>
        </p:nvSpPr>
        <p:spPr>
          <a:xfrm>
            <a:off x="5463628" y="4133975"/>
            <a:ext cx="2954400" cy="301200"/>
          </a:xfrm>
          <a:prstGeom prst="rect">
            <a:avLst/>
          </a:prstGeom>
          <a:solidFill>
            <a:schemeClr val="accent5"/>
          </a:solidFill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PT Sans"/>
              <a:buNone/>
              <a:defRPr sz="16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6_1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87" name="Google Shape;187;p25"/>
          <p:cNvSpPr txBox="1"/>
          <p:nvPr>
            <p:ph idx="1" type="subTitle"/>
          </p:nvPr>
        </p:nvSpPr>
        <p:spPr>
          <a:xfrm>
            <a:off x="831850" y="3636925"/>
            <a:ext cx="2238600" cy="869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25"/>
          <p:cNvSpPr txBox="1"/>
          <p:nvPr>
            <p:ph idx="2" type="subTitle"/>
          </p:nvPr>
        </p:nvSpPr>
        <p:spPr>
          <a:xfrm>
            <a:off x="3452702" y="3636925"/>
            <a:ext cx="2238600" cy="869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 txBox="1"/>
          <p:nvPr>
            <p:ph idx="3" type="subTitle"/>
          </p:nvPr>
        </p:nvSpPr>
        <p:spPr>
          <a:xfrm>
            <a:off x="6073557" y="3636925"/>
            <a:ext cx="2238600" cy="869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25"/>
          <p:cNvSpPr txBox="1"/>
          <p:nvPr>
            <p:ph hasCustomPrompt="1" idx="4" type="title"/>
          </p:nvPr>
        </p:nvSpPr>
        <p:spPr>
          <a:xfrm>
            <a:off x="1474785" y="2873225"/>
            <a:ext cx="952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91" name="Google Shape;191;p25"/>
          <p:cNvSpPr txBox="1"/>
          <p:nvPr>
            <p:ph hasCustomPrompt="1" idx="5" type="title"/>
          </p:nvPr>
        </p:nvSpPr>
        <p:spPr>
          <a:xfrm>
            <a:off x="4095637" y="2873225"/>
            <a:ext cx="952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92" name="Google Shape;192;p25"/>
          <p:cNvSpPr txBox="1"/>
          <p:nvPr>
            <p:ph hasCustomPrompt="1" idx="6" type="title"/>
          </p:nvPr>
        </p:nvSpPr>
        <p:spPr>
          <a:xfrm>
            <a:off x="6716492" y="2873225"/>
            <a:ext cx="952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93" name="Google Shape;193;p25"/>
          <p:cNvSpPr txBox="1"/>
          <p:nvPr>
            <p:ph idx="7" type="subTitle"/>
          </p:nvPr>
        </p:nvSpPr>
        <p:spPr>
          <a:xfrm>
            <a:off x="831850" y="3396450"/>
            <a:ext cx="2238600" cy="399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94" name="Google Shape;194;p25"/>
          <p:cNvSpPr txBox="1"/>
          <p:nvPr>
            <p:ph idx="8" type="subTitle"/>
          </p:nvPr>
        </p:nvSpPr>
        <p:spPr>
          <a:xfrm>
            <a:off x="3452702" y="3396450"/>
            <a:ext cx="2238600" cy="399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95" name="Google Shape;195;p25"/>
          <p:cNvSpPr txBox="1"/>
          <p:nvPr>
            <p:ph idx="9" type="subTitle"/>
          </p:nvPr>
        </p:nvSpPr>
        <p:spPr>
          <a:xfrm>
            <a:off x="6073557" y="3396450"/>
            <a:ext cx="2238600" cy="399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400"/>
              <a:buFont typeface="Golos Text"/>
              <a:buNone/>
              <a:defRPr b="1" sz="24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96" name="Google Shape;196;p25"/>
          <p:cNvSpPr/>
          <p:nvPr/>
        </p:nvSpPr>
        <p:spPr>
          <a:xfrm>
            <a:off x="5195337" y="485975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25"/>
          <p:cNvSpPr/>
          <p:nvPr/>
        </p:nvSpPr>
        <p:spPr>
          <a:xfrm>
            <a:off x="7382950" y="14483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10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6"/>
          <p:cNvSpPr txBox="1"/>
          <p:nvPr>
            <p:ph type="title"/>
          </p:nvPr>
        </p:nvSpPr>
        <p:spPr>
          <a:xfrm>
            <a:off x="720000" y="1354375"/>
            <a:ext cx="3795300" cy="163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0" name="Google Shape;200;p26"/>
          <p:cNvSpPr txBox="1"/>
          <p:nvPr>
            <p:ph idx="1" type="subTitle"/>
          </p:nvPr>
        </p:nvSpPr>
        <p:spPr>
          <a:xfrm>
            <a:off x="720000" y="2937500"/>
            <a:ext cx="3714300" cy="9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26"/>
          <p:cNvSpPr/>
          <p:nvPr>
            <p:ph idx="2" type="pic"/>
          </p:nvPr>
        </p:nvSpPr>
        <p:spPr>
          <a:xfrm>
            <a:off x="4752700" y="711850"/>
            <a:ext cx="3714300" cy="37143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2" name="Google Shape;202;p26"/>
          <p:cNvSpPr/>
          <p:nvPr/>
        </p:nvSpPr>
        <p:spPr>
          <a:xfrm>
            <a:off x="7736925" y="1691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26"/>
          <p:cNvSpPr/>
          <p:nvPr/>
        </p:nvSpPr>
        <p:spPr>
          <a:xfrm>
            <a:off x="1317620" y="28627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1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 txBox="1"/>
          <p:nvPr>
            <p:ph type="title"/>
          </p:nvPr>
        </p:nvSpPr>
        <p:spPr>
          <a:xfrm>
            <a:off x="957275" y="1422150"/>
            <a:ext cx="2888100" cy="12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6" name="Google Shape;206;p27"/>
          <p:cNvSpPr txBox="1"/>
          <p:nvPr>
            <p:ph idx="1" type="subTitle"/>
          </p:nvPr>
        </p:nvSpPr>
        <p:spPr>
          <a:xfrm>
            <a:off x="957275" y="2604450"/>
            <a:ext cx="2888100" cy="111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7"/>
          <p:cNvSpPr/>
          <p:nvPr/>
        </p:nvSpPr>
        <p:spPr>
          <a:xfrm>
            <a:off x="4258612" y="26225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7"/>
          <p:cNvSpPr/>
          <p:nvPr/>
        </p:nvSpPr>
        <p:spPr>
          <a:xfrm>
            <a:off x="7074450" y="48245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2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11" name="Google Shape;211;p28"/>
          <p:cNvSpPr/>
          <p:nvPr/>
        </p:nvSpPr>
        <p:spPr>
          <a:xfrm>
            <a:off x="238262" y="473780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8"/>
          <p:cNvSpPr/>
          <p:nvPr/>
        </p:nvSpPr>
        <p:spPr>
          <a:xfrm>
            <a:off x="8558275" y="97631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8"/>
          <p:cNvSpPr/>
          <p:nvPr/>
        </p:nvSpPr>
        <p:spPr>
          <a:xfrm>
            <a:off x="3034675" y="136950"/>
            <a:ext cx="253174" cy="209089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_1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16" name="Google Shape;216;p29"/>
          <p:cNvSpPr/>
          <p:nvPr/>
        </p:nvSpPr>
        <p:spPr>
          <a:xfrm>
            <a:off x="4954337" y="169525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9"/>
          <p:cNvSpPr/>
          <p:nvPr/>
        </p:nvSpPr>
        <p:spPr>
          <a:xfrm>
            <a:off x="366575" y="479256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2_1_1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20" name="Google Shape;220;p30"/>
          <p:cNvSpPr/>
          <p:nvPr/>
        </p:nvSpPr>
        <p:spPr>
          <a:xfrm>
            <a:off x="179537" y="1017725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0"/>
          <p:cNvSpPr/>
          <p:nvPr/>
        </p:nvSpPr>
        <p:spPr>
          <a:xfrm>
            <a:off x="8594775" y="476501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2" name="Google Shape;222;p30"/>
          <p:cNvGrpSpPr/>
          <p:nvPr/>
        </p:nvGrpSpPr>
        <p:grpSpPr>
          <a:xfrm>
            <a:off x="179513" y="4461500"/>
            <a:ext cx="637998" cy="572704"/>
            <a:chOff x="179513" y="4461500"/>
            <a:chExt cx="637998" cy="572704"/>
          </a:xfrm>
        </p:grpSpPr>
        <p:sp>
          <p:nvSpPr>
            <p:cNvPr id="223" name="Google Shape;223;p30"/>
            <p:cNvSpPr/>
            <p:nvPr/>
          </p:nvSpPr>
          <p:spPr>
            <a:xfrm flipH="1">
              <a:off x="179513" y="4461500"/>
              <a:ext cx="637997" cy="572704"/>
            </a:xfrm>
            <a:custGeom>
              <a:rect b="b" l="l" r="r" t="t"/>
              <a:pathLst>
                <a:path extrusionOk="0" h="8517" w="9488">
                  <a:moveTo>
                    <a:pt x="3211" y="1"/>
                  </a:moveTo>
                  <a:lnTo>
                    <a:pt x="2289" y="1793"/>
                  </a:lnTo>
                  <a:lnTo>
                    <a:pt x="1670" y="1793"/>
                  </a:lnTo>
                  <a:cubicBezTo>
                    <a:pt x="752" y="1793"/>
                    <a:pt x="1" y="2545"/>
                    <a:pt x="1" y="3462"/>
                  </a:cubicBezTo>
                  <a:lnTo>
                    <a:pt x="1" y="6847"/>
                  </a:lnTo>
                  <a:cubicBezTo>
                    <a:pt x="1" y="7765"/>
                    <a:pt x="752" y="8517"/>
                    <a:pt x="1670" y="8517"/>
                  </a:cubicBezTo>
                  <a:lnTo>
                    <a:pt x="7818" y="8517"/>
                  </a:lnTo>
                  <a:cubicBezTo>
                    <a:pt x="8736" y="8517"/>
                    <a:pt x="9487" y="7765"/>
                    <a:pt x="9487" y="6848"/>
                  </a:cubicBezTo>
                  <a:lnTo>
                    <a:pt x="9487" y="3462"/>
                  </a:lnTo>
                  <a:cubicBezTo>
                    <a:pt x="9487" y="2545"/>
                    <a:pt x="8736" y="1793"/>
                    <a:pt x="7818" y="1793"/>
                  </a:cubicBezTo>
                  <a:lnTo>
                    <a:pt x="4133" y="1793"/>
                  </a:lnTo>
                  <a:lnTo>
                    <a:pt x="3211" y="1"/>
                  </a:ln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4" name="Google Shape;224;p30"/>
            <p:cNvGrpSpPr/>
            <p:nvPr/>
          </p:nvGrpSpPr>
          <p:grpSpPr>
            <a:xfrm>
              <a:off x="179513" y="4461500"/>
              <a:ext cx="637997" cy="572703"/>
              <a:chOff x="228300" y="4506675"/>
              <a:chExt cx="637997" cy="572703"/>
            </a:xfrm>
          </p:grpSpPr>
          <p:sp>
            <p:nvSpPr>
              <p:cNvPr id="225" name="Google Shape;225;p30"/>
              <p:cNvSpPr/>
              <p:nvPr/>
            </p:nvSpPr>
            <p:spPr>
              <a:xfrm>
                <a:off x="582144" y="4506675"/>
                <a:ext cx="141075" cy="207645"/>
              </a:xfrm>
              <a:custGeom>
                <a:rect b="b" l="l" r="r" t="t"/>
                <a:pathLst>
                  <a:path extrusionOk="0" h="3088" w="2098">
                    <a:moveTo>
                      <a:pt x="1049" y="1"/>
                    </a:moveTo>
                    <a:lnTo>
                      <a:pt x="0" y="2040"/>
                    </a:lnTo>
                    <a:lnTo>
                      <a:pt x="1049" y="3088"/>
                    </a:lnTo>
                    <a:lnTo>
                      <a:pt x="2097" y="2040"/>
                    </a:lnTo>
                    <a:lnTo>
                      <a:pt x="104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30"/>
              <p:cNvSpPr/>
              <p:nvPr/>
            </p:nvSpPr>
            <p:spPr>
              <a:xfrm>
                <a:off x="228300" y="4627240"/>
                <a:ext cx="637997" cy="452139"/>
              </a:xfrm>
              <a:custGeom>
                <a:rect b="b" l="l" r="r" t="t"/>
                <a:pathLst>
                  <a:path extrusionOk="0" h="6724" w="9488">
                    <a:moveTo>
                      <a:pt x="1670" y="0"/>
                    </a:moveTo>
                    <a:cubicBezTo>
                      <a:pt x="751" y="0"/>
                      <a:pt x="1" y="752"/>
                      <a:pt x="1" y="1669"/>
                    </a:cubicBezTo>
                    <a:lnTo>
                      <a:pt x="1" y="5054"/>
                    </a:lnTo>
                    <a:cubicBezTo>
                      <a:pt x="1" y="5972"/>
                      <a:pt x="752" y="6724"/>
                      <a:pt x="1670" y="6724"/>
                    </a:cubicBezTo>
                    <a:lnTo>
                      <a:pt x="7818" y="6724"/>
                    </a:lnTo>
                    <a:cubicBezTo>
                      <a:pt x="8736" y="6724"/>
                      <a:pt x="9488" y="5972"/>
                      <a:pt x="9488" y="5055"/>
                    </a:cubicBezTo>
                    <a:lnTo>
                      <a:pt x="9488" y="1669"/>
                    </a:lnTo>
                    <a:cubicBezTo>
                      <a:pt x="9488" y="752"/>
                      <a:pt x="8736" y="0"/>
                      <a:pt x="781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30"/>
              <p:cNvSpPr/>
              <p:nvPr/>
            </p:nvSpPr>
            <p:spPr>
              <a:xfrm>
                <a:off x="359086" y="4706451"/>
                <a:ext cx="377903" cy="298758"/>
              </a:xfrm>
              <a:custGeom>
                <a:rect b="b" l="l" r="r" t="t"/>
                <a:pathLst>
                  <a:path extrusionOk="0" h="4443" w="5620">
                    <a:moveTo>
                      <a:pt x="1412" y="0"/>
                    </a:moveTo>
                    <a:cubicBezTo>
                      <a:pt x="1382" y="0"/>
                      <a:pt x="1353" y="1"/>
                      <a:pt x="1323" y="3"/>
                    </a:cubicBezTo>
                    <a:cubicBezTo>
                      <a:pt x="637" y="45"/>
                      <a:pt x="76" y="601"/>
                      <a:pt x="30" y="1287"/>
                    </a:cubicBezTo>
                    <a:cubicBezTo>
                      <a:pt x="0" y="1720"/>
                      <a:pt x="170" y="2114"/>
                      <a:pt x="456" y="2387"/>
                    </a:cubicBezTo>
                    <a:lnTo>
                      <a:pt x="462" y="2392"/>
                    </a:lnTo>
                    <a:cubicBezTo>
                      <a:pt x="476" y="2405"/>
                      <a:pt x="490" y="2419"/>
                      <a:pt x="505" y="2431"/>
                    </a:cubicBezTo>
                    <a:lnTo>
                      <a:pt x="2682" y="4398"/>
                    </a:lnTo>
                    <a:cubicBezTo>
                      <a:pt x="2715" y="4428"/>
                      <a:pt x="2756" y="4442"/>
                      <a:pt x="2798" y="4442"/>
                    </a:cubicBezTo>
                    <a:cubicBezTo>
                      <a:pt x="2840" y="4442"/>
                      <a:pt x="2882" y="4427"/>
                      <a:pt x="2915" y="4397"/>
                    </a:cubicBezTo>
                    <a:lnTo>
                      <a:pt x="5026" y="2481"/>
                    </a:lnTo>
                    <a:cubicBezTo>
                      <a:pt x="5397" y="2194"/>
                      <a:pt x="5620" y="1722"/>
                      <a:pt x="5554" y="1204"/>
                    </a:cubicBezTo>
                    <a:cubicBezTo>
                      <a:pt x="5475" y="578"/>
                      <a:pt x="4965" y="78"/>
                      <a:pt x="4338" y="9"/>
                    </a:cubicBezTo>
                    <a:cubicBezTo>
                      <a:pt x="4285" y="3"/>
                      <a:pt x="4232" y="0"/>
                      <a:pt x="4180" y="0"/>
                    </a:cubicBezTo>
                    <a:cubicBezTo>
                      <a:pt x="3416" y="0"/>
                      <a:pt x="2796" y="620"/>
                      <a:pt x="2796" y="1385"/>
                    </a:cubicBezTo>
                    <a:cubicBezTo>
                      <a:pt x="2796" y="1397"/>
                      <a:pt x="2797" y="1409"/>
                      <a:pt x="2797" y="1421"/>
                    </a:cubicBezTo>
                    <a:lnTo>
                      <a:pt x="2794" y="1421"/>
                    </a:lnTo>
                    <a:cubicBezTo>
                      <a:pt x="2796" y="1409"/>
                      <a:pt x="2796" y="1396"/>
                      <a:pt x="2796" y="1385"/>
                    </a:cubicBezTo>
                    <a:cubicBezTo>
                      <a:pt x="2796" y="620"/>
                      <a:pt x="2176" y="0"/>
                      <a:pt x="141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" name="Google Shape;228;p30"/>
              <p:cNvSpPr/>
              <p:nvPr/>
            </p:nvSpPr>
            <p:spPr>
              <a:xfrm>
                <a:off x="547027" y="4799447"/>
                <a:ext cx="67" cy="134"/>
              </a:xfrm>
              <a:custGeom>
                <a:rect b="b" l="l" r="r" t="t"/>
                <a:pathLst>
                  <a:path extrusionOk="0" h="2" w="1">
                    <a:moveTo>
                      <a:pt x="1" y="2"/>
                    </a:moveTo>
                    <a:lnTo>
                      <a:pt x="1" y="2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2_1_1_1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31" name="Google Shape;231;p31"/>
          <p:cNvSpPr/>
          <p:nvPr/>
        </p:nvSpPr>
        <p:spPr>
          <a:xfrm>
            <a:off x="299437" y="200275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31"/>
          <p:cNvSpPr/>
          <p:nvPr/>
        </p:nvSpPr>
        <p:spPr>
          <a:xfrm>
            <a:off x="7633950" y="48245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3" name="Google Shape;233;p31"/>
          <p:cNvGrpSpPr/>
          <p:nvPr/>
        </p:nvGrpSpPr>
        <p:grpSpPr>
          <a:xfrm>
            <a:off x="216301" y="4506844"/>
            <a:ext cx="503709" cy="503608"/>
            <a:chOff x="7955951" y="4362269"/>
            <a:chExt cx="503709" cy="503608"/>
          </a:xfrm>
        </p:grpSpPr>
        <p:sp>
          <p:nvSpPr>
            <p:cNvPr id="234" name="Google Shape;234;p31"/>
            <p:cNvSpPr/>
            <p:nvPr/>
          </p:nvSpPr>
          <p:spPr>
            <a:xfrm>
              <a:off x="7955951" y="4362275"/>
              <a:ext cx="503697" cy="503599"/>
            </a:xfrm>
            <a:custGeom>
              <a:rect b="b" l="l" r="r" t="t"/>
              <a:pathLst>
                <a:path extrusionOk="0" h="5156" w="5157">
                  <a:moveTo>
                    <a:pt x="2579" y="0"/>
                  </a:moveTo>
                  <a:cubicBezTo>
                    <a:pt x="1154" y="0"/>
                    <a:pt x="0" y="1154"/>
                    <a:pt x="0" y="2579"/>
                  </a:cubicBezTo>
                  <a:cubicBezTo>
                    <a:pt x="0" y="4002"/>
                    <a:pt x="1154" y="5156"/>
                    <a:pt x="2579" y="5156"/>
                  </a:cubicBezTo>
                  <a:cubicBezTo>
                    <a:pt x="4002" y="5156"/>
                    <a:pt x="5157" y="4002"/>
                    <a:pt x="5157" y="2579"/>
                  </a:cubicBezTo>
                  <a:cubicBezTo>
                    <a:pt x="5157" y="1154"/>
                    <a:pt x="4002" y="0"/>
                    <a:pt x="2579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5" name="Google Shape;235;p31"/>
            <p:cNvGrpSpPr/>
            <p:nvPr/>
          </p:nvGrpSpPr>
          <p:grpSpPr>
            <a:xfrm>
              <a:off x="7955954" y="4362269"/>
              <a:ext cx="503706" cy="503608"/>
              <a:chOff x="4703375" y="4203550"/>
              <a:chExt cx="410652" cy="410572"/>
            </a:xfrm>
          </p:grpSpPr>
          <p:sp>
            <p:nvSpPr>
              <p:cNvPr id="236" name="Google Shape;236;p31"/>
              <p:cNvSpPr/>
              <p:nvPr/>
            </p:nvSpPr>
            <p:spPr>
              <a:xfrm>
                <a:off x="4703375" y="4203550"/>
                <a:ext cx="410652" cy="410572"/>
              </a:xfrm>
              <a:custGeom>
                <a:rect b="b" l="l" r="r" t="t"/>
                <a:pathLst>
                  <a:path extrusionOk="0" h="5156" w="5157">
                    <a:moveTo>
                      <a:pt x="2578" y="0"/>
                    </a:moveTo>
                    <a:cubicBezTo>
                      <a:pt x="1155" y="0"/>
                      <a:pt x="0" y="1154"/>
                      <a:pt x="0" y="2579"/>
                    </a:cubicBezTo>
                    <a:cubicBezTo>
                      <a:pt x="0" y="4002"/>
                      <a:pt x="1155" y="5156"/>
                      <a:pt x="2578" y="5156"/>
                    </a:cubicBezTo>
                    <a:cubicBezTo>
                      <a:pt x="4003" y="5156"/>
                      <a:pt x="5157" y="4002"/>
                      <a:pt x="5157" y="2579"/>
                    </a:cubicBezTo>
                    <a:cubicBezTo>
                      <a:pt x="5157" y="1154"/>
                      <a:pt x="4003" y="0"/>
                      <a:pt x="257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31"/>
              <p:cNvSpPr/>
              <p:nvPr/>
            </p:nvSpPr>
            <p:spPr>
              <a:xfrm>
                <a:off x="4826165" y="4299027"/>
                <a:ext cx="75649" cy="219620"/>
              </a:xfrm>
              <a:custGeom>
                <a:rect b="b" l="l" r="r" t="t"/>
                <a:pathLst>
                  <a:path extrusionOk="0" h="2758" w="950">
                    <a:moveTo>
                      <a:pt x="495" y="1"/>
                    </a:moveTo>
                    <a:lnTo>
                      <a:pt x="1" y="2758"/>
                    </a:lnTo>
                    <a:lnTo>
                      <a:pt x="456" y="2758"/>
                    </a:lnTo>
                    <a:lnTo>
                      <a:pt x="95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31"/>
              <p:cNvSpPr/>
              <p:nvPr/>
            </p:nvSpPr>
            <p:spPr>
              <a:xfrm>
                <a:off x="4915590" y="4299027"/>
                <a:ext cx="75569" cy="219620"/>
              </a:xfrm>
              <a:custGeom>
                <a:rect b="b" l="l" r="r" t="t"/>
                <a:pathLst>
                  <a:path extrusionOk="0" h="2758" w="949">
                    <a:moveTo>
                      <a:pt x="494" y="1"/>
                    </a:moveTo>
                    <a:lnTo>
                      <a:pt x="1" y="2758"/>
                    </a:lnTo>
                    <a:lnTo>
                      <a:pt x="455" y="2758"/>
                    </a:lnTo>
                    <a:lnTo>
                      <a:pt x="94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" name="Google Shape;239;p31"/>
              <p:cNvSpPr/>
              <p:nvPr/>
            </p:nvSpPr>
            <p:spPr>
              <a:xfrm>
                <a:off x="4796463" y="4346089"/>
                <a:ext cx="237696" cy="36869"/>
              </a:xfrm>
              <a:custGeom>
                <a:rect b="b" l="l" r="r" t="t"/>
                <a:pathLst>
                  <a:path extrusionOk="0" h="463" w="2985">
                    <a:moveTo>
                      <a:pt x="2985" y="1"/>
                    </a:moveTo>
                    <a:lnTo>
                      <a:pt x="67" y="11"/>
                    </a:lnTo>
                    <a:lnTo>
                      <a:pt x="0" y="463"/>
                    </a:lnTo>
                    <a:lnTo>
                      <a:pt x="0" y="463"/>
                    </a:lnTo>
                    <a:lnTo>
                      <a:pt x="2918" y="451"/>
                    </a:lnTo>
                    <a:lnTo>
                      <a:pt x="29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" name="Google Shape;240;p31"/>
              <p:cNvSpPr/>
              <p:nvPr/>
            </p:nvSpPr>
            <p:spPr>
              <a:xfrm>
                <a:off x="4783244" y="4434717"/>
                <a:ext cx="237775" cy="36948"/>
              </a:xfrm>
              <a:custGeom>
                <a:rect b="b" l="l" r="r" t="t"/>
                <a:pathLst>
                  <a:path extrusionOk="0" h="464" w="2986">
                    <a:moveTo>
                      <a:pt x="2985" y="1"/>
                    </a:moveTo>
                    <a:lnTo>
                      <a:pt x="68" y="12"/>
                    </a:lnTo>
                    <a:lnTo>
                      <a:pt x="1" y="463"/>
                    </a:lnTo>
                    <a:lnTo>
                      <a:pt x="1" y="463"/>
                    </a:lnTo>
                    <a:lnTo>
                      <a:pt x="2918" y="452"/>
                    </a:lnTo>
                    <a:lnTo>
                      <a:pt x="29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5">
  <p:cSld name="CUSTOM_12_1_1_1_1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43" name="Google Shape;243;p32"/>
          <p:cNvSpPr/>
          <p:nvPr/>
        </p:nvSpPr>
        <p:spPr>
          <a:xfrm>
            <a:off x="3693987" y="474420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32"/>
          <p:cNvSpPr/>
          <p:nvPr/>
        </p:nvSpPr>
        <p:spPr>
          <a:xfrm>
            <a:off x="5409900" y="1220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6">
  <p:cSld name="CUSTOM_12_1_1_1_1_1"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47" name="Google Shape;247;p33"/>
          <p:cNvSpPr/>
          <p:nvPr/>
        </p:nvSpPr>
        <p:spPr>
          <a:xfrm>
            <a:off x="5133387" y="11940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33"/>
          <p:cNvSpPr/>
          <p:nvPr/>
        </p:nvSpPr>
        <p:spPr>
          <a:xfrm>
            <a:off x="3701800" y="482416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7">
  <p:cSld name="CUSTOM_12_1_1_1_1_1_1"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51" name="Google Shape;251;p34"/>
          <p:cNvSpPr/>
          <p:nvPr/>
        </p:nvSpPr>
        <p:spPr>
          <a:xfrm>
            <a:off x="290537" y="210338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4"/>
          <p:cNvSpPr/>
          <p:nvPr/>
        </p:nvSpPr>
        <p:spPr>
          <a:xfrm>
            <a:off x="8424000" y="48602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8">
  <p:cSld name="CUSTOM_12_1_1_1_1_1_1_1"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255" name="Google Shape;255;p35"/>
          <p:cNvGrpSpPr/>
          <p:nvPr/>
        </p:nvGrpSpPr>
        <p:grpSpPr>
          <a:xfrm>
            <a:off x="152411" y="1739662"/>
            <a:ext cx="567589" cy="567589"/>
            <a:chOff x="1680861" y="571212"/>
            <a:chExt cx="567589" cy="567589"/>
          </a:xfrm>
        </p:grpSpPr>
        <p:sp>
          <p:nvSpPr>
            <p:cNvPr id="256" name="Google Shape;256;p35"/>
            <p:cNvSpPr/>
            <p:nvPr/>
          </p:nvSpPr>
          <p:spPr>
            <a:xfrm>
              <a:off x="1680861" y="571263"/>
              <a:ext cx="567589" cy="567474"/>
            </a:xfrm>
            <a:custGeom>
              <a:rect b="b" l="l" r="r" t="t"/>
              <a:pathLst>
                <a:path extrusionOk="0" h="9879" w="9881">
                  <a:moveTo>
                    <a:pt x="4940" y="0"/>
                  </a:moveTo>
                  <a:cubicBezTo>
                    <a:pt x="3629" y="0"/>
                    <a:pt x="2374" y="520"/>
                    <a:pt x="1447" y="1446"/>
                  </a:cubicBezTo>
                  <a:cubicBezTo>
                    <a:pt x="521" y="2373"/>
                    <a:pt x="0" y="3629"/>
                    <a:pt x="0" y="4939"/>
                  </a:cubicBezTo>
                  <a:cubicBezTo>
                    <a:pt x="0" y="6250"/>
                    <a:pt x="521" y="7505"/>
                    <a:pt x="1447" y="8432"/>
                  </a:cubicBezTo>
                  <a:cubicBezTo>
                    <a:pt x="2374" y="9359"/>
                    <a:pt x="3629" y="9879"/>
                    <a:pt x="4940" y="9879"/>
                  </a:cubicBezTo>
                  <a:cubicBezTo>
                    <a:pt x="6250" y="9879"/>
                    <a:pt x="7507" y="9359"/>
                    <a:pt x="8433" y="8432"/>
                  </a:cubicBezTo>
                  <a:cubicBezTo>
                    <a:pt x="9359" y="7505"/>
                    <a:pt x="9880" y="6250"/>
                    <a:pt x="9880" y="4939"/>
                  </a:cubicBezTo>
                  <a:cubicBezTo>
                    <a:pt x="9880" y="3629"/>
                    <a:pt x="9359" y="2373"/>
                    <a:pt x="8433" y="1446"/>
                  </a:cubicBezTo>
                  <a:cubicBezTo>
                    <a:pt x="7507" y="520"/>
                    <a:pt x="6250" y="0"/>
                    <a:pt x="4940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57" name="Google Shape;257;p35"/>
            <p:cNvGrpSpPr/>
            <p:nvPr/>
          </p:nvGrpSpPr>
          <p:grpSpPr>
            <a:xfrm>
              <a:off x="1680888" y="571212"/>
              <a:ext cx="567532" cy="567589"/>
              <a:chOff x="388650" y="4371262"/>
              <a:chExt cx="567532" cy="567589"/>
            </a:xfrm>
          </p:grpSpPr>
          <p:sp>
            <p:nvSpPr>
              <p:cNvPr id="258" name="Google Shape;258;p35"/>
              <p:cNvSpPr/>
              <p:nvPr/>
            </p:nvSpPr>
            <p:spPr>
              <a:xfrm>
                <a:off x="388650" y="4371262"/>
                <a:ext cx="567532" cy="567589"/>
              </a:xfrm>
              <a:custGeom>
                <a:rect b="b" l="l" r="r" t="t"/>
                <a:pathLst>
                  <a:path extrusionOk="0" h="9881" w="9880">
                    <a:moveTo>
                      <a:pt x="4940" y="1"/>
                    </a:moveTo>
                    <a:cubicBezTo>
                      <a:pt x="3630" y="1"/>
                      <a:pt x="2373" y="522"/>
                      <a:pt x="1448" y="1447"/>
                    </a:cubicBezTo>
                    <a:cubicBezTo>
                      <a:pt x="521" y="2374"/>
                      <a:pt x="1" y="3631"/>
                      <a:pt x="1" y="4941"/>
                    </a:cubicBezTo>
                    <a:cubicBezTo>
                      <a:pt x="1" y="6251"/>
                      <a:pt x="521" y="7507"/>
                      <a:pt x="1448" y="8433"/>
                    </a:cubicBezTo>
                    <a:cubicBezTo>
                      <a:pt x="2373" y="9360"/>
                      <a:pt x="3630" y="9880"/>
                      <a:pt x="4940" y="9880"/>
                    </a:cubicBezTo>
                    <a:cubicBezTo>
                      <a:pt x="6251" y="9880"/>
                      <a:pt x="7507" y="9360"/>
                      <a:pt x="8433" y="8433"/>
                    </a:cubicBezTo>
                    <a:cubicBezTo>
                      <a:pt x="9359" y="7507"/>
                      <a:pt x="9880" y="6251"/>
                      <a:pt x="9880" y="4941"/>
                    </a:cubicBezTo>
                    <a:cubicBezTo>
                      <a:pt x="9880" y="3631"/>
                      <a:pt x="9359" y="2374"/>
                      <a:pt x="8433" y="1447"/>
                    </a:cubicBezTo>
                    <a:cubicBezTo>
                      <a:pt x="7507" y="522"/>
                      <a:pt x="6251" y="1"/>
                      <a:pt x="494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" name="Google Shape;259;p35"/>
              <p:cNvSpPr/>
              <p:nvPr/>
            </p:nvSpPr>
            <p:spPr>
              <a:xfrm>
                <a:off x="492908" y="4510732"/>
                <a:ext cx="359245" cy="316910"/>
              </a:xfrm>
              <a:custGeom>
                <a:rect b="b" l="l" r="r" t="t"/>
                <a:pathLst>
                  <a:path extrusionOk="0" h="5517" w="6254">
                    <a:moveTo>
                      <a:pt x="1606" y="0"/>
                    </a:moveTo>
                    <a:cubicBezTo>
                      <a:pt x="1575" y="0"/>
                      <a:pt x="1544" y="1"/>
                      <a:pt x="1513" y="3"/>
                    </a:cubicBezTo>
                    <a:cubicBezTo>
                      <a:pt x="703" y="49"/>
                      <a:pt x="50" y="713"/>
                      <a:pt x="16" y="1523"/>
                    </a:cubicBezTo>
                    <a:cubicBezTo>
                      <a:pt x="0" y="1925"/>
                      <a:pt x="134" y="2295"/>
                      <a:pt x="365" y="2583"/>
                    </a:cubicBezTo>
                    <a:cubicBezTo>
                      <a:pt x="408" y="2636"/>
                      <a:pt x="454" y="2687"/>
                      <a:pt x="503" y="2734"/>
                    </a:cubicBezTo>
                    <a:cubicBezTo>
                      <a:pt x="988" y="3262"/>
                      <a:pt x="2610" y="5019"/>
                      <a:pt x="3029" y="5473"/>
                    </a:cubicBezTo>
                    <a:cubicBezTo>
                      <a:pt x="3055" y="5502"/>
                      <a:pt x="3091" y="5516"/>
                      <a:pt x="3127" y="5516"/>
                    </a:cubicBezTo>
                    <a:cubicBezTo>
                      <a:pt x="3164" y="5516"/>
                      <a:pt x="3200" y="5502"/>
                      <a:pt x="3227" y="5473"/>
                    </a:cubicBezTo>
                    <a:lnTo>
                      <a:pt x="5744" y="2741"/>
                    </a:lnTo>
                    <a:cubicBezTo>
                      <a:pt x="5796" y="2693"/>
                      <a:pt x="5844" y="2639"/>
                      <a:pt x="5889" y="2584"/>
                    </a:cubicBezTo>
                    <a:lnTo>
                      <a:pt x="5890" y="2583"/>
                    </a:lnTo>
                    <a:cubicBezTo>
                      <a:pt x="6121" y="2295"/>
                      <a:pt x="6254" y="1925"/>
                      <a:pt x="6237" y="1523"/>
                    </a:cubicBezTo>
                    <a:cubicBezTo>
                      <a:pt x="6204" y="713"/>
                      <a:pt x="5551" y="49"/>
                      <a:pt x="4742" y="3"/>
                    </a:cubicBezTo>
                    <a:cubicBezTo>
                      <a:pt x="4711" y="1"/>
                      <a:pt x="4680" y="0"/>
                      <a:pt x="4649" y="0"/>
                    </a:cubicBezTo>
                    <a:cubicBezTo>
                      <a:pt x="3930" y="0"/>
                      <a:pt x="3324" y="478"/>
                      <a:pt x="3127" y="1134"/>
                    </a:cubicBezTo>
                    <a:cubicBezTo>
                      <a:pt x="2931" y="478"/>
                      <a:pt x="2324" y="0"/>
                      <a:pt x="16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0" name="Google Shape;260;p35"/>
          <p:cNvSpPr/>
          <p:nvPr/>
        </p:nvSpPr>
        <p:spPr>
          <a:xfrm>
            <a:off x="4915787" y="4861238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35"/>
          <p:cNvSpPr/>
          <p:nvPr/>
        </p:nvSpPr>
        <p:spPr>
          <a:xfrm>
            <a:off x="5903425" y="17393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9">
  <p:cSld name="CUSTOM_12_1_1_1_1_1_1_1_1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64" name="Google Shape;264;p36"/>
          <p:cNvSpPr/>
          <p:nvPr/>
        </p:nvSpPr>
        <p:spPr>
          <a:xfrm>
            <a:off x="252087" y="1305588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36"/>
          <p:cNvSpPr/>
          <p:nvPr/>
        </p:nvSpPr>
        <p:spPr>
          <a:xfrm>
            <a:off x="8763075" y="468401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0">
  <p:cSld name="CUSTOM_12_1_1_1_1_1_1_1_1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68" name="Google Shape;268;p37"/>
          <p:cNvSpPr/>
          <p:nvPr/>
        </p:nvSpPr>
        <p:spPr>
          <a:xfrm>
            <a:off x="5696262" y="4755125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7"/>
          <p:cNvSpPr/>
          <p:nvPr/>
        </p:nvSpPr>
        <p:spPr>
          <a:xfrm>
            <a:off x="363300" y="29053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1">
  <p:cSld name="CUSTOM_12_1_1_1_1_1_1_1_1_1_1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72" name="Google Shape;272;p38"/>
          <p:cNvSpPr/>
          <p:nvPr/>
        </p:nvSpPr>
        <p:spPr>
          <a:xfrm>
            <a:off x="8735012" y="2032825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38"/>
          <p:cNvSpPr/>
          <p:nvPr/>
        </p:nvSpPr>
        <p:spPr>
          <a:xfrm>
            <a:off x="478450" y="4755123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2">
  <p:cSld name="CUSTOM_12_1_1_1_1_1_1_1_1_1_1_1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76" name="Google Shape;276;p39"/>
          <p:cNvSpPr/>
          <p:nvPr/>
        </p:nvSpPr>
        <p:spPr>
          <a:xfrm>
            <a:off x="8667837" y="480485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9"/>
          <p:cNvSpPr/>
          <p:nvPr/>
        </p:nvSpPr>
        <p:spPr>
          <a:xfrm>
            <a:off x="6149250" y="1800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3">
  <p:cSld name="CUSTOM_12_1_1_1_1_1_1_1_1_1_1_1_1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80" name="Google Shape;280;p40"/>
          <p:cNvSpPr/>
          <p:nvPr/>
        </p:nvSpPr>
        <p:spPr>
          <a:xfrm>
            <a:off x="4848612" y="481125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40"/>
          <p:cNvSpPr/>
          <p:nvPr/>
        </p:nvSpPr>
        <p:spPr>
          <a:xfrm>
            <a:off x="276450" y="27688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2" name="Google Shape;282;p40"/>
          <p:cNvGrpSpPr/>
          <p:nvPr/>
        </p:nvGrpSpPr>
        <p:grpSpPr>
          <a:xfrm>
            <a:off x="232376" y="4462119"/>
            <a:ext cx="503709" cy="503608"/>
            <a:chOff x="7955951" y="4362269"/>
            <a:chExt cx="503709" cy="503608"/>
          </a:xfrm>
        </p:grpSpPr>
        <p:sp>
          <p:nvSpPr>
            <p:cNvPr id="283" name="Google Shape;283;p40"/>
            <p:cNvSpPr/>
            <p:nvPr/>
          </p:nvSpPr>
          <p:spPr>
            <a:xfrm>
              <a:off x="7955951" y="4362275"/>
              <a:ext cx="503697" cy="503599"/>
            </a:xfrm>
            <a:custGeom>
              <a:rect b="b" l="l" r="r" t="t"/>
              <a:pathLst>
                <a:path extrusionOk="0" h="5156" w="5157">
                  <a:moveTo>
                    <a:pt x="2579" y="0"/>
                  </a:moveTo>
                  <a:cubicBezTo>
                    <a:pt x="1154" y="0"/>
                    <a:pt x="0" y="1154"/>
                    <a:pt x="0" y="2579"/>
                  </a:cubicBezTo>
                  <a:cubicBezTo>
                    <a:pt x="0" y="4002"/>
                    <a:pt x="1154" y="5156"/>
                    <a:pt x="2579" y="5156"/>
                  </a:cubicBezTo>
                  <a:cubicBezTo>
                    <a:pt x="4002" y="5156"/>
                    <a:pt x="5157" y="4002"/>
                    <a:pt x="5157" y="2579"/>
                  </a:cubicBezTo>
                  <a:cubicBezTo>
                    <a:pt x="5157" y="1154"/>
                    <a:pt x="4002" y="0"/>
                    <a:pt x="2579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84" name="Google Shape;284;p40"/>
            <p:cNvGrpSpPr/>
            <p:nvPr/>
          </p:nvGrpSpPr>
          <p:grpSpPr>
            <a:xfrm>
              <a:off x="7955954" y="4362269"/>
              <a:ext cx="503706" cy="503608"/>
              <a:chOff x="4703375" y="4203550"/>
              <a:chExt cx="410652" cy="410572"/>
            </a:xfrm>
          </p:grpSpPr>
          <p:sp>
            <p:nvSpPr>
              <p:cNvPr id="285" name="Google Shape;285;p40"/>
              <p:cNvSpPr/>
              <p:nvPr/>
            </p:nvSpPr>
            <p:spPr>
              <a:xfrm>
                <a:off x="4703375" y="4203550"/>
                <a:ext cx="410652" cy="410572"/>
              </a:xfrm>
              <a:custGeom>
                <a:rect b="b" l="l" r="r" t="t"/>
                <a:pathLst>
                  <a:path extrusionOk="0" h="5156" w="5157">
                    <a:moveTo>
                      <a:pt x="2578" y="0"/>
                    </a:moveTo>
                    <a:cubicBezTo>
                      <a:pt x="1155" y="0"/>
                      <a:pt x="0" y="1154"/>
                      <a:pt x="0" y="2579"/>
                    </a:cubicBezTo>
                    <a:cubicBezTo>
                      <a:pt x="0" y="4002"/>
                      <a:pt x="1155" y="5156"/>
                      <a:pt x="2578" y="5156"/>
                    </a:cubicBezTo>
                    <a:cubicBezTo>
                      <a:pt x="4003" y="5156"/>
                      <a:pt x="5157" y="4002"/>
                      <a:pt x="5157" y="2579"/>
                    </a:cubicBezTo>
                    <a:cubicBezTo>
                      <a:pt x="5157" y="1154"/>
                      <a:pt x="4003" y="0"/>
                      <a:pt x="257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" name="Google Shape;286;p40"/>
              <p:cNvSpPr/>
              <p:nvPr/>
            </p:nvSpPr>
            <p:spPr>
              <a:xfrm>
                <a:off x="4826165" y="4299027"/>
                <a:ext cx="75649" cy="219620"/>
              </a:xfrm>
              <a:custGeom>
                <a:rect b="b" l="l" r="r" t="t"/>
                <a:pathLst>
                  <a:path extrusionOk="0" h="2758" w="950">
                    <a:moveTo>
                      <a:pt x="495" y="1"/>
                    </a:moveTo>
                    <a:lnTo>
                      <a:pt x="1" y="2758"/>
                    </a:lnTo>
                    <a:lnTo>
                      <a:pt x="456" y="2758"/>
                    </a:lnTo>
                    <a:lnTo>
                      <a:pt x="95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7" name="Google Shape;287;p40"/>
              <p:cNvSpPr/>
              <p:nvPr/>
            </p:nvSpPr>
            <p:spPr>
              <a:xfrm>
                <a:off x="4915590" y="4299027"/>
                <a:ext cx="75569" cy="219620"/>
              </a:xfrm>
              <a:custGeom>
                <a:rect b="b" l="l" r="r" t="t"/>
                <a:pathLst>
                  <a:path extrusionOk="0" h="2758" w="949">
                    <a:moveTo>
                      <a:pt x="494" y="1"/>
                    </a:moveTo>
                    <a:lnTo>
                      <a:pt x="1" y="2758"/>
                    </a:lnTo>
                    <a:lnTo>
                      <a:pt x="455" y="2758"/>
                    </a:lnTo>
                    <a:lnTo>
                      <a:pt x="94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8" name="Google Shape;288;p40"/>
              <p:cNvSpPr/>
              <p:nvPr/>
            </p:nvSpPr>
            <p:spPr>
              <a:xfrm>
                <a:off x="4796463" y="4346089"/>
                <a:ext cx="237696" cy="36869"/>
              </a:xfrm>
              <a:custGeom>
                <a:rect b="b" l="l" r="r" t="t"/>
                <a:pathLst>
                  <a:path extrusionOk="0" h="463" w="2985">
                    <a:moveTo>
                      <a:pt x="2985" y="1"/>
                    </a:moveTo>
                    <a:lnTo>
                      <a:pt x="67" y="11"/>
                    </a:lnTo>
                    <a:lnTo>
                      <a:pt x="0" y="463"/>
                    </a:lnTo>
                    <a:lnTo>
                      <a:pt x="0" y="463"/>
                    </a:lnTo>
                    <a:lnTo>
                      <a:pt x="2918" y="451"/>
                    </a:lnTo>
                    <a:lnTo>
                      <a:pt x="29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" name="Google Shape;289;p40"/>
              <p:cNvSpPr/>
              <p:nvPr/>
            </p:nvSpPr>
            <p:spPr>
              <a:xfrm>
                <a:off x="4783244" y="4434717"/>
                <a:ext cx="237775" cy="36948"/>
              </a:xfrm>
              <a:custGeom>
                <a:rect b="b" l="l" r="r" t="t"/>
                <a:pathLst>
                  <a:path extrusionOk="0" h="464" w="2986">
                    <a:moveTo>
                      <a:pt x="2985" y="1"/>
                    </a:moveTo>
                    <a:lnTo>
                      <a:pt x="68" y="12"/>
                    </a:lnTo>
                    <a:lnTo>
                      <a:pt x="1" y="463"/>
                    </a:lnTo>
                    <a:lnTo>
                      <a:pt x="1" y="463"/>
                    </a:lnTo>
                    <a:lnTo>
                      <a:pt x="2918" y="452"/>
                    </a:lnTo>
                    <a:lnTo>
                      <a:pt x="29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4">
  <p:cSld name="CUSTOM_12_1_1_1_1_1_1_1_1_1_1_1_1_1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2" name="Google Shape;292;p41"/>
          <p:cNvSpPr/>
          <p:nvPr/>
        </p:nvSpPr>
        <p:spPr>
          <a:xfrm>
            <a:off x="7798612" y="29055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41"/>
          <p:cNvSpPr/>
          <p:nvPr/>
        </p:nvSpPr>
        <p:spPr>
          <a:xfrm>
            <a:off x="385675" y="4763235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5">
  <p:cSld name="CUSTOM_12_1_1_1_1_1_1_1_1_1_1_1_1_1_1"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6">
  <p:cSld name="CUSTOM_12_1_1_1_1_1_1_1_1_1_1_1_1_1_1_1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8" name="Google Shape;298;p43"/>
          <p:cNvSpPr/>
          <p:nvPr/>
        </p:nvSpPr>
        <p:spPr>
          <a:xfrm>
            <a:off x="230487" y="3111800"/>
            <a:ext cx="187038" cy="154478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43"/>
          <p:cNvSpPr/>
          <p:nvPr/>
        </p:nvSpPr>
        <p:spPr>
          <a:xfrm>
            <a:off x="8644700" y="1059160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4"/>
          <p:cNvSpPr txBox="1"/>
          <p:nvPr>
            <p:ph type="title"/>
          </p:nvPr>
        </p:nvSpPr>
        <p:spPr>
          <a:xfrm>
            <a:off x="2347938" y="540000"/>
            <a:ext cx="4448100" cy="1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8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02" name="Google Shape;302;p44"/>
          <p:cNvSpPr txBox="1"/>
          <p:nvPr>
            <p:ph idx="1" type="subTitle"/>
          </p:nvPr>
        </p:nvSpPr>
        <p:spPr>
          <a:xfrm>
            <a:off x="2347900" y="1807355"/>
            <a:ext cx="4448100" cy="109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03" name="Google Shape;303;p44"/>
          <p:cNvSpPr txBox="1"/>
          <p:nvPr/>
        </p:nvSpPr>
        <p:spPr>
          <a:xfrm>
            <a:off x="2099100" y="36119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CREDITS:</a:t>
            </a:r>
            <a:r>
              <a:rPr lang="en" sz="1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 This presentation template was created by </a:t>
            </a:r>
            <a:r>
              <a:rPr b="1" lang="en" sz="1200" u="sng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, and includes icons by </a:t>
            </a:r>
            <a:r>
              <a:rPr b="1" lang="en" sz="1200" u="sng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, and infographics &amp; images by </a:t>
            </a:r>
            <a:r>
              <a:rPr b="1" lang="en" sz="1200" u="sng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b="1" sz="1200" u="sng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04" name="Google Shape;304;p44"/>
          <p:cNvSpPr/>
          <p:nvPr/>
        </p:nvSpPr>
        <p:spPr>
          <a:xfrm>
            <a:off x="4004375" y="4786113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44"/>
          <p:cNvSpPr/>
          <p:nvPr/>
        </p:nvSpPr>
        <p:spPr>
          <a:xfrm>
            <a:off x="3792970" y="22602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" name="Google Shape;307;p45"/>
          <p:cNvGrpSpPr/>
          <p:nvPr/>
        </p:nvGrpSpPr>
        <p:grpSpPr>
          <a:xfrm>
            <a:off x="7645044" y="278473"/>
            <a:ext cx="1174231" cy="940257"/>
            <a:chOff x="7599119" y="3133086"/>
            <a:chExt cx="1174231" cy="940257"/>
          </a:xfrm>
        </p:grpSpPr>
        <p:sp>
          <p:nvSpPr>
            <p:cNvPr id="308" name="Google Shape;308;p45"/>
            <p:cNvSpPr/>
            <p:nvPr/>
          </p:nvSpPr>
          <p:spPr>
            <a:xfrm flipH="1" rot="358398">
              <a:off x="7639391" y="3187737"/>
              <a:ext cx="1093688" cy="830955"/>
            </a:xfrm>
            <a:custGeom>
              <a:rect b="b" l="l" r="r" t="t"/>
              <a:pathLst>
                <a:path extrusionOk="0" h="9289" w="12225">
                  <a:moveTo>
                    <a:pt x="1551" y="0"/>
                  </a:moveTo>
                  <a:cubicBezTo>
                    <a:pt x="697" y="0"/>
                    <a:pt x="0" y="698"/>
                    <a:pt x="0" y="1551"/>
                  </a:cubicBezTo>
                  <a:lnTo>
                    <a:pt x="0" y="5015"/>
                  </a:lnTo>
                  <a:cubicBezTo>
                    <a:pt x="0" y="5868"/>
                    <a:pt x="697" y="6566"/>
                    <a:pt x="1551" y="6566"/>
                  </a:cubicBezTo>
                  <a:lnTo>
                    <a:pt x="7384" y="6566"/>
                  </a:lnTo>
                  <a:lnTo>
                    <a:pt x="10984" y="9289"/>
                  </a:lnTo>
                  <a:lnTo>
                    <a:pt x="10245" y="6566"/>
                  </a:lnTo>
                  <a:lnTo>
                    <a:pt x="10674" y="6566"/>
                  </a:lnTo>
                  <a:cubicBezTo>
                    <a:pt x="11526" y="6566"/>
                    <a:pt x="12225" y="5867"/>
                    <a:pt x="12225" y="5015"/>
                  </a:cubicBezTo>
                  <a:lnTo>
                    <a:pt x="12225" y="1551"/>
                  </a:lnTo>
                  <a:cubicBezTo>
                    <a:pt x="12225" y="698"/>
                    <a:pt x="11526" y="0"/>
                    <a:pt x="10674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09" name="Google Shape;309;p45"/>
            <p:cNvGrpSpPr/>
            <p:nvPr/>
          </p:nvGrpSpPr>
          <p:grpSpPr>
            <a:xfrm flipH="1" rot="358386">
              <a:off x="7639350" y="3191912"/>
              <a:ext cx="1093770" cy="822635"/>
              <a:chOff x="3946050" y="181125"/>
              <a:chExt cx="839376" cy="631351"/>
            </a:xfrm>
          </p:grpSpPr>
          <p:sp>
            <p:nvSpPr>
              <p:cNvPr id="310" name="Google Shape;310;p45"/>
              <p:cNvSpPr/>
              <p:nvPr/>
            </p:nvSpPr>
            <p:spPr>
              <a:xfrm>
                <a:off x="3946050" y="181125"/>
                <a:ext cx="839376" cy="450789"/>
              </a:xfrm>
              <a:custGeom>
                <a:rect b="b" l="l" r="r" t="t"/>
                <a:pathLst>
                  <a:path extrusionOk="0" h="6566" w="12226">
                    <a:moveTo>
                      <a:pt x="1552" y="0"/>
                    </a:moveTo>
                    <a:cubicBezTo>
                      <a:pt x="699" y="0"/>
                      <a:pt x="1" y="698"/>
                      <a:pt x="1" y="1551"/>
                    </a:cubicBezTo>
                    <a:lnTo>
                      <a:pt x="1" y="5015"/>
                    </a:lnTo>
                    <a:cubicBezTo>
                      <a:pt x="1" y="5867"/>
                      <a:pt x="699" y="6566"/>
                      <a:pt x="1552" y="6566"/>
                    </a:cubicBezTo>
                    <a:lnTo>
                      <a:pt x="10675" y="6566"/>
                    </a:lnTo>
                    <a:cubicBezTo>
                      <a:pt x="11528" y="6566"/>
                      <a:pt x="12226" y="5867"/>
                      <a:pt x="12226" y="5015"/>
                    </a:cubicBezTo>
                    <a:lnTo>
                      <a:pt x="12226" y="1551"/>
                    </a:lnTo>
                    <a:cubicBezTo>
                      <a:pt x="12226" y="698"/>
                      <a:pt x="11528" y="0"/>
                      <a:pt x="10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1" name="Google Shape;311;p45"/>
              <p:cNvSpPr/>
              <p:nvPr/>
            </p:nvSpPr>
            <p:spPr>
              <a:xfrm>
                <a:off x="4453014" y="625460"/>
                <a:ext cx="247364" cy="187016"/>
              </a:xfrm>
              <a:custGeom>
                <a:rect b="b" l="l" r="r" t="t"/>
                <a:pathLst>
                  <a:path extrusionOk="0" h="2724" w="3603">
                    <a:moveTo>
                      <a:pt x="1" y="1"/>
                    </a:moveTo>
                    <a:lnTo>
                      <a:pt x="3602" y="2724"/>
                    </a:lnTo>
                    <a:lnTo>
                      <a:pt x="286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2" name="Google Shape;312;p45"/>
              <p:cNvSpPr/>
              <p:nvPr/>
            </p:nvSpPr>
            <p:spPr>
              <a:xfrm>
                <a:off x="4031185" y="388743"/>
                <a:ext cx="669180" cy="35632"/>
              </a:xfrm>
              <a:custGeom>
                <a:rect b="b" l="l" r="r" t="t"/>
                <a:pathLst>
                  <a:path extrusionOk="0" h="519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59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1"/>
                      <a:pt x="9746" y="259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45"/>
              <p:cNvSpPr/>
              <p:nvPr/>
            </p:nvSpPr>
            <p:spPr>
              <a:xfrm>
                <a:off x="4031185" y="281982"/>
                <a:ext cx="669180" cy="35632"/>
              </a:xfrm>
              <a:custGeom>
                <a:rect b="b" l="l" r="r" t="t"/>
                <a:pathLst>
                  <a:path extrusionOk="0" h="519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60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2"/>
                      <a:pt x="9746" y="260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4" name="Google Shape;314;p45"/>
              <p:cNvSpPr/>
              <p:nvPr/>
            </p:nvSpPr>
            <p:spPr>
              <a:xfrm>
                <a:off x="4031185" y="495436"/>
                <a:ext cx="669180" cy="35563"/>
              </a:xfrm>
              <a:custGeom>
                <a:rect b="b" l="l" r="r" t="t"/>
                <a:pathLst>
                  <a:path extrusionOk="0" h="518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59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2"/>
                      <a:pt x="9746" y="259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15" name="Google Shape;315;p45"/>
          <p:cNvGrpSpPr/>
          <p:nvPr/>
        </p:nvGrpSpPr>
        <p:grpSpPr>
          <a:xfrm rot="-1033791">
            <a:off x="389294" y="4175341"/>
            <a:ext cx="673353" cy="673353"/>
            <a:chOff x="369411" y="4281700"/>
            <a:chExt cx="567589" cy="567589"/>
          </a:xfrm>
        </p:grpSpPr>
        <p:sp>
          <p:nvSpPr>
            <p:cNvPr id="316" name="Google Shape;316;p45"/>
            <p:cNvSpPr/>
            <p:nvPr/>
          </p:nvSpPr>
          <p:spPr>
            <a:xfrm>
              <a:off x="369411" y="4281763"/>
              <a:ext cx="567589" cy="567474"/>
            </a:xfrm>
            <a:custGeom>
              <a:rect b="b" l="l" r="r" t="t"/>
              <a:pathLst>
                <a:path extrusionOk="0" h="9879" w="9881">
                  <a:moveTo>
                    <a:pt x="4940" y="0"/>
                  </a:moveTo>
                  <a:cubicBezTo>
                    <a:pt x="3629" y="0"/>
                    <a:pt x="2374" y="520"/>
                    <a:pt x="1447" y="1446"/>
                  </a:cubicBezTo>
                  <a:cubicBezTo>
                    <a:pt x="521" y="2373"/>
                    <a:pt x="0" y="3629"/>
                    <a:pt x="0" y="4939"/>
                  </a:cubicBezTo>
                  <a:cubicBezTo>
                    <a:pt x="0" y="6250"/>
                    <a:pt x="521" y="7505"/>
                    <a:pt x="1447" y="8432"/>
                  </a:cubicBezTo>
                  <a:cubicBezTo>
                    <a:pt x="2374" y="9359"/>
                    <a:pt x="3629" y="9879"/>
                    <a:pt x="4940" y="9879"/>
                  </a:cubicBezTo>
                  <a:cubicBezTo>
                    <a:pt x="6250" y="9879"/>
                    <a:pt x="7507" y="9359"/>
                    <a:pt x="8433" y="8432"/>
                  </a:cubicBezTo>
                  <a:cubicBezTo>
                    <a:pt x="9359" y="7505"/>
                    <a:pt x="9880" y="6250"/>
                    <a:pt x="9880" y="4939"/>
                  </a:cubicBezTo>
                  <a:cubicBezTo>
                    <a:pt x="9880" y="3629"/>
                    <a:pt x="9359" y="2373"/>
                    <a:pt x="8433" y="1446"/>
                  </a:cubicBezTo>
                  <a:cubicBezTo>
                    <a:pt x="7507" y="520"/>
                    <a:pt x="6250" y="0"/>
                    <a:pt x="4940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17" name="Google Shape;317;p45"/>
            <p:cNvGrpSpPr/>
            <p:nvPr/>
          </p:nvGrpSpPr>
          <p:grpSpPr>
            <a:xfrm>
              <a:off x="369438" y="4281700"/>
              <a:ext cx="567532" cy="567589"/>
              <a:chOff x="388650" y="4371262"/>
              <a:chExt cx="567532" cy="567589"/>
            </a:xfrm>
          </p:grpSpPr>
          <p:sp>
            <p:nvSpPr>
              <p:cNvPr id="318" name="Google Shape;318;p45"/>
              <p:cNvSpPr/>
              <p:nvPr/>
            </p:nvSpPr>
            <p:spPr>
              <a:xfrm>
                <a:off x="388650" y="4371262"/>
                <a:ext cx="567532" cy="567589"/>
              </a:xfrm>
              <a:custGeom>
                <a:rect b="b" l="l" r="r" t="t"/>
                <a:pathLst>
                  <a:path extrusionOk="0" h="9881" w="9880">
                    <a:moveTo>
                      <a:pt x="4940" y="1"/>
                    </a:moveTo>
                    <a:cubicBezTo>
                      <a:pt x="3630" y="1"/>
                      <a:pt x="2373" y="522"/>
                      <a:pt x="1448" y="1447"/>
                    </a:cubicBezTo>
                    <a:cubicBezTo>
                      <a:pt x="521" y="2374"/>
                      <a:pt x="1" y="3631"/>
                      <a:pt x="1" y="4941"/>
                    </a:cubicBezTo>
                    <a:cubicBezTo>
                      <a:pt x="1" y="6251"/>
                      <a:pt x="521" y="7507"/>
                      <a:pt x="1448" y="8433"/>
                    </a:cubicBezTo>
                    <a:cubicBezTo>
                      <a:pt x="2373" y="9360"/>
                      <a:pt x="3630" y="9880"/>
                      <a:pt x="4940" y="9880"/>
                    </a:cubicBezTo>
                    <a:cubicBezTo>
                      <a:pt x="6251" y="9880"/>
                      <a:pt x="7507" y="9360"/>
                      <a:pt x="8433" y="8433"/>
                    </a:cubicBezTo>
                    <a:cubicBezTo>
                      <a:pt x="9359" y="7507"/>
                      <a:pt x="9880" y="6251"/>
                      <a:pt x="9880" y="4941"/>
                    </a:cubicBezTo>
                    <a:cubicBezTo>
                      <a:pt x="9880" y="3631"/>
                      <a:pt x="9359" y="2374"/>
                      <a:pt x="8433" y="1447"/>
                    </a:cubicBezTo>
                    <a:cubicBezTo>
                      <a:pt x="7507" y="522"/>
                      <a:pt x="6251" y="1"/>
                      <a:pt x="49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9" name="Google Shape;319;p45"/>
              <p:cNvSpPr/>
              <p:nvPr/>
            </p:nvSpPr>
            <p:spPr>
              <a:xfrm>
                <a:off x="492908" y="4510732"/>
                <a:ext cx="359245" cy="316910"/>
              </a:xfrm>
              <a:custGeom>
                <a:rect b="b" l="l" r="r" t="t"/>
                <a:pathLst>
                  <a:path extrusionOk="0" h="5517" w="6254">
                    <a:moveTo>
                      <a:pt x="1606" y="0"/>
                    </a:moveTo>
                    <a:cubicBezTo>
                      <a:pt x="1575" y="0"/>
                      <a:pt x="1544" y="1"/>
                      <a:pt x="1513" y="3"/>
                    </a:cubicBezTo>
                    <a:cubicBezTo>
                      <a:pt x="703" y="49"/>
                      <a:pt x="50" y="713"/>
                      <a:pt x="16" y="1523"/>
                    </a:cubicBezTo>
                    <a:cubicBezTo>
                      <a:pt x="0" y="1925"/>
                      <a:pt x="134" y="2295"/>
                      <a:pt x="365" y="2583"/>
                    </a:cubicBezTo>
                    <a:cubicBezTo>
                      <a:pt x="408" y="2636"/>
                      <a:pt x="454" y="2687"/>
                      <a:pt x="503" y="2734"/>
                    </a:cubicBezTo>
                    <a:cubicBezTo>
                      <a:pt x="988" y="3262"/>
                      <a:pt x="2610" y="5019"/>
                      <a:pt x="3029" y="5473"/>
                    </a:cubicBezTo>
                    <a:cubicBezTo>
                      <a:pt x="3055" y="5502"/>
                      <a:pt x="3091" y="5516"/>
                      <a:pt x="3127" y="5516"/>
                    </a:cubicBezTo>
                    <a:cubicBezTo>
                      <a:pt x="3164" y="5516"/>
                      <a:pt x="3200" y="5502"/>
                      <a:pt x="3227" y="5473"/>
                    </a:cubicBezTo>
                    <a:lnTo>
                      <a:pt x="5744" y="2741"/>
                    </a:lnTo>
                    <a:cubicBezTo>
                      <a:pt x="5796" y="2693"/>
                      <a:pt x="5844" y="2639"/>
                      <a:pt x="5889" y="2584"/>
                    </a:cubicBezTo>
                    <a:lnTo>
                      <a:pt x="5890" y="2583"/>
                    </a:lnTo>
                    <a:cubicBezTo>
                      <a:pt x="6121" y="2295"/>
                      <a:pt x="6254" y="1925"/>
                      <a:pt x="6237" y="1523"/>
                    </a:cubicBezTo>
                    <a:cubicBezTo>
                      <a:pt x="6204" y="713"/>
                      <a:pt x="5551" y="49"/>
                      <a:pt x="4742" y="3"/>
                    </a:cubicBezTo>
                    <a:cubicBezTo>
                      <a:pt x="4711" y="1"/>
                      <a:pt x="4680" y="0"/>
                      <a:pt x="4649" y="0"/>
                    </a:cubicBezTo>
                    <a:cubicBezTo>
                      <a:pt x="3930" y="0"/>
                      <a:pt x="3324" y="478"/>
                      <a:pt x="3127" y="1134"/>
                    </a:cubicBezTo>
                    <a:cubicBezTo>
                      <a:pt x="2931" y="478"/>
                      <a:pt x="2324" y="0"/>
                      <a:pt x="160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320" name="Google Shape;320;p45"/>
          <p:cNvSpPr/>
          <p:nvPr/>
        </p:nvSpPr>
        <p:spPr>
          <a:xfrm>
            <a:off x="4307325" y="4734288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45"/>
          <p:cNvSpPr/>
          <p:nvPr/>
        </p:nvSpPr>
        <p:spPr>
          <a:xfrm>
            <a:off x="304682" y="198202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5"/>
          <p:cNvSpPr/>
          <p:nvPr/>
        </p:nvSpPr>
        <p:spPr>
          <a:xfrm>
            <a:off x="8651276" y="2358996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45"/>
          <p:cNvSpPr/>
          <p:nvPr/>
        </p:nvSpPr>
        <p:spPr>
          <a:xfrm>
            <a:off x="3792970" y="22602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6"/>
          <p:cNvSpPr/>
          <p:nvPr/>
        </p:nvSpPr>
        <p:spPr>
          <a:xfrm>
            <a:off x="6270150" y="4734288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46"/>
          <p:cNvSpPr/>
          <p:nvPr/>
        </p:nvSpPr>
        <p:spPr>
          <a:xfrm>
            <a:off x="8758432" y="1411950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46"/>
          <p:cNvSpPr/>
          <p:nvPr/>
        </p:nvSpPr>
        <p:spPr>
          <a:xfrm>
            <a:off x="3708626" y="227771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46"/>
          <p:cNvSpPr/>
          <p:nvPr/>
        </p:nvSpPr>
        <p:spPr>
          <a:xfrm>
            <a:off x="230095" y="4048025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29" name="Google Shape;329;p46"/>
          <p:cNvGrpSpPr/>
          <p:nvPr/>
        </p:nvGrpSpPr>
        <p:grpSpPr>
          <a:xfrm>
            <a:off x="333759" y="240759"/>
            <a:ext cx="717034" cy="577245"/>
            <a:chOff x="4717371" y="957406"/>
            <a:chExt cx="752554" cy="605841"/>
          </a:xfrm>
        </p:grpSpPr>
        <p:sp>
          <p:nvSpPr>
            <p:cNvPr id="330" name="Google Shape;330;p46"/>
            <p:cNvSpPr/>
            <p:nvPr/>
          </p:nvSpPr>
          <p:spPr>
            <a:xfrm>
              <a:off x="4717371" y="957448"/>
              <a:ext cx="752554" cy="605799"/>
            </a:xfrm>
            <a:custGeom>
              <a:rect b="b" l="l" r="r" t="t"/>
              <a:pathLst>
                <a:path extrusionOk="0" h="14485" w="17994">
                  <a:moveTo>
                    <a:pt x="2999" y="0"/>
                  </a:moveTo>
                  <a:cubicBezTo>
                    <a:pt x="1351" y="0"/>
                    <a:pt x="0" y="1349"/>
                    <a:pt x="0" y="2999"/>
                  </a:cubicBezTo>
                  <a:lnTo>
                    <a:pt x="0" y="6517"/>
                  </a:lnTo>
                  <a:cubicBezTo>
                    <a:pt x="0" y="8167"/>
                    <a:pt x="1350" y="9516"/>
                    <a:pt x="2999" y="9516"/>
                  </a:cubicBezTo>
                  <a:lnTo>
                    <a:pt x="10069" y="9516"/>
                  </a:lnTo>
                  <a:lnTo>
                    <a:pt x="16078" y="14484"/>
                  </a:lnTo>
                  <a:lnTo>
                    <a:pt x="14688" y="9516"/>
                  </a:lnTo>
                  <a:lnTo>
                    <a:pt x="14995" y="9516"/>
                  </a:lnTo>
                  <a:cubicBezTo>
                    <a:pt x="16643" y="9516"/>
                    <a:pt x="17994" y="8167"/>
                    <a:pt x="17994" y="6517"/>
                  </a:cubicBezTo>
                  <a:lnTo>
                    <a:pt x="17994" y="2999"/>
                  </a:lnTo>
                  <a:cubicBezTo>
                    <a:pt x="17994" y="1349"/>
                    <a:pt x="16643" y="0"/>
                    <a:pt x="14995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1" name="Google Shape;331;p46"/>
            <p:cNvGrpSpPr/>
            <p:nvPr/>
          </p:nvGrpSpPr>
          <p:grpSpPr>
            <a:xfrm>
              <a:off x="4717371" y="957406"/>
              <a:ext cx="752540" cy="605824"/>
              <a:chOff x="4119250" y="695100"/>
              <a:chExt cx="664788" cy="535180"/>
            </a:xfrm>
          </p:grpSpPr>
          <p:sp>
            <p:nvSpPr>
              <p:cNvPr id="332" name="Google Shape;332;p46"/>
              <p:cNvSpPr/>
              <p:nvPr/>
            </p:nvSpPr>
            <p:spPr>
              <a:xfrm>
                <a:off x="4451601" y="949757"/>
                <a:ext cx="261644" cy="280523"/>
              </a:xfrm>
              <a:custGeom>
                <a:rect b="b" l="l" r="r" t="t"/>
                <a:pathLst>
                  <a:path extrusionOk="0" h="7593" w="7082">
                    <a:moveTo>
                      <a:pt x="4958" y="1"/>
                    </a:moveTo>
                    <a:lnTo>
                      <a:pt x="1" y="1738"/>
                    </a:lnTo>
                    <a:lnTo>
                      <a:pt x="7081" y="7592"/>
                    </a:lnTo>
                    <a:lnTo>
                      <a:pt x="495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" name="Google Shape;333;p46"/>
              <p:cNvSpPr/>
              <p:nvPr/>
            </p:nvSpPr>
            <p:spPr>
              <a:xfrm>
                <a:off x="4119250" y="695100"/>
                <a:ext cx="664788" cy="351643"/>
              </a:xfrm>
              <a:custGeom>
                <a:rect b="b" l="l" r="r" t="t"/>
                <a:pathLst>
                  <a:path extrusionOk="0" h="9518" w="17994">
                    <a:moveTo>
                      <a:pt x="2999" y="0"/>
                    </a:moveTo>
                    <a:cubicBezTo>
                      <a:pt x="1350" y="0"/>
                      <a:pt x="0" y="1350"/>
                      <a:pt x="0" y="2999"/>
                    </a:cubicBezTo>
                    <a:lnTo>
                      <a:pt x="0" y="6518"/>
                    </a:lnTo>
                    <a:cubicBezTo>
                      <a:pt x="0" y="8167"/>
                      <a:pt x="1351" y="9517"/>
                      <a:pt x="2999" y="9517"/>
                    </a:cubicBezTo>
                    <a:lnTo>
                      <a:pt x="14994" y="9517"/>
                    </a:lnTo>
                    <a:cubicBezTo>
                      <a:pt x="16643" y="9517"/>
                      <a:pt x="17993" y="8167"/>
                      <a:pt x="17993" y="6518"/>
                    </a:cubicBezTo>
                    <a:lnTo>
                      <a:pt x="17993" y="2999"/>
                    </a:lnTo>
                    <a:cubicBezTo>
                      <a:pt x="17993" y="1349"/>
                      <a:pt x="16643" y="0"/>
                      <a:pt x="1499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46"/>
              <p:cNvSpPr/>
              <p:nvPr/>
            </p:nvSpPr>
            <p:spPr>
              <a:xfrm>
                <a:off x="4203187" y="853776"/>
                <a:ext cx="496910" cy="33103"/>
              </a:xfrm>
              <a:custGeom>
                <a:rect b="b" l="l" r="r" t="t"/>
                <a:pathLst>
                  <a:path extrusionOk="0" h="896" w="13450">
                    <a:moveTo>
                      <a:pt x="447" y="1"/>
                    </a:moveTo>
                    <a:cubicBezTo>
                      <a:pt x="201" y="1"/>
                      <a:pt x="0" y="202"/>
                      <a:pt x="0" y="448"/>
                    </a:cubicBezTo>
                    <a:cubicBezTo>
                      <a:pt x="0" y="694"/>
                      <a:pt x="202" y="896"/>
                      <a:pt x="447" y="896"/>
                    </a:cubicBezTo>
                    <a:lnTo>
                      <a:pt x="13002" y="896"/>
                    </a:lnTo>
                    <a:cubicBezTo>
                      <a:pt x="13249" y="896"/>
                      <a:pt x="13450" y="694"/>
                      <a:pt x="13450" y="448"/>
                    </a:cubicBezTo>
                    <a:cubicBezTo>
                      <a:pt x="13450" y="202"/>
                      <a:pt x="13248" y="1"/>
                      <a:pt x="1300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5" name="Google Shape;335;p46"/>
              <p:cNvSpPr/>
              <p:nvPr/>
            </p:nvSpPr>
            <p:spPr>
              <a:xfrm>
                <a:off x="4203187" y="768287"/>
                <a:ext cx="496910" cy="33103"/>
              </a:xfrm>
              <a:custGeom>
                <a:rect b="b" l="l" r="r" t="t"/>
                <a:pathLst>
                  <a:path extrusionOk="0" h="896" w="13450">
                    <a:moveTo>
                      <a:pt x="447" y="1"/>
                    </a:moveTo>
                    <a:cubicBezTo>
                      <a:pt x="201" y="1"/>
                      <a:pt x="0" y="202"/>
                      <a:pt x="0" y="448"/>
                    </a:cubicBezTo>
                    <a:cubicBezTo>
                      <a:pt x="0" y="694"/>
                      <a:pt x="202" y="896"/>
                      <a:pt x="447" y="896"/>
                    </a:cubicBezTo>
                    <a:lnTo>
                      <a:pt x="13002" y="896"/>
                    </a:lnTo>
                    <a:cubicBezTo>
                      <a:pt x="13249" y="896"/>
                      <a:pt x="13450" y="694"/>
                      <a:pt x="13450" y="448"/>
                    </a:cubicBezTo>
                    <a:cubicBezTo>
                      <a:pt x="13450" y="202"/>
                      <a:pt x="13248" y="1"/>
                      <a:pt x="1300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46"/>
              <p:cNvSpPr/>
              <p:nvPr/>
            </p:nvSpPr>
            <p:spPr>
              <a:xfrm>
                <a:off x="4258493" y="939302"/>
                <a:ext cx="386297" cy="33066"/>
              </a:xfrm>
              <a:custGeom>
                <a:rect b="b" l="l" r="r" t="t"/>
                <a:pathLst>
                  <a:path extrusionOk="0" h="895" w="10456">
                    <a:moveTo>
                      <a:pt x="448" y="1"/>
                    </a:moveTo>
                    <a:cubicBezTo>
                      <a:pt x="202" y="1"/>
                      <a:pt x="0" y="201"/>
                      <a:pt x="0" y="448"/>
                    </a:cubicBezTo>
                    <a:cubicBezTo>
                      <a:pt x="0" y="694"/>
                      <a:pt x="202" y="894"/>
                      <a:pt x="448" y="894"/>
                    </a:cubicBezTo>
                    <a:lnTo>
                      <a:pt x="10008" y="894"/>
                    </a:lnTo>
                    <a:cubicBezTo>
                      <a:pt x="10254" y="894"/>
                      <a:pt x="10455" y="694"/>
                      <a:pt x="10455" y="448"/>
                    </a:cubicBezTo>
                    <a:cubicBezTo>
                      <a:pt x="10455" y="201"/>
                      <a:pt x="10254" y="1"/>
                      <a:pt x="1000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37" name="Google Shape;337;p46"/>
          <p:cNvGrpSpPr/>
          <p:nvPr/>
        </p:nvGrpSpPr>
        <p:grpSpPr>
          <a:xfrm>
            <a:off x="7973446" y="4300108"/>
            <a:ext cx="699627" cy="628020"/>
            <a:chOff x="7504750" y="3349500"/>
            <a:chExt cx="734286" cy="659131"/>
          </a:xfrm>
        </p:grpSpPr>
        <p:sp>
          <p:nvSpPr>
            <p:cNvPr id="338" name="Google Shape;338;p46"/>
            <p:cNvSpPr/>
            <p:nvPr/>
          </p:nvSpPr>
          <p:spPr>
            <a:xfrm>
              <a:off x="7504759" y="3349500"/>
              <a:ext cx="734276" cy="659131"/>
            </a:xfrm>
            <a:custGeom>
              <a:rect b="b" l="l" r="r" t="t"/>
              <a:pathLst>
                <a:path extrusionOk="0" h="8517" w="9488">
                  <a:moveTo>
                    <a:pt x="3211" y="1"/>
                  </a:moveTo>
                  <a:lnTo>
                    <a:pt x="2289" y="1793"/>
                  </a:lnTo>
                  <a:lnTo>
                    <a:pt x="1670" y="1793"/>
                  </a:lnTo>
                  <a:cubicBezTo>
                    <a:pt x="752" y="1793"/>
                    <a:pt x="1" y="2545"/>
                    <a:pt x="1" y="3462"/>
                  </a:cubicBezTo>
                  <a:lnTo>
                    <a:pt x="1" y="6847"/>
                  </a:lnTo>
                  <a:cubicBezTo>
                    <a:pt x="1" y="7765"/>
                    <a:pt x="752" y="8517"/>
                    <a:pt x="1670" y="8517"/>
                  </a:cubicBezTo>
                  <a:lnTo>
                    <a:pt x="7818" y="8517"/>
                  </a:lnTo>
                  <a:cubicBezTo>
                    <a:pt x="8736" y="8517"/>
                    <a:pt x="9487" y="7765"/>
                    <a:pt x="9487" y="6848"/>
                  </a:cubicBezTo>
                  <a:lnTo>
                    <a:pt x="9487" y="3462"/>
                  </a:lnTo>
                  <a:cubicBezTo>
                    <a:pt x="9487" y="2545"/>
                    <a:pt x="8736" y="1793"/>
                    <a:pt x="7818" y="1793"/>
                  </a:cubicBezTo>
                  <a:lnTo>
                    <a:pt x="4133" y="1793"/>
                  </a:lnTo>
                  <a:lnTo>
                    <a:pt x="3211" y="1"/>
                  </a:ln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9" name="Google Shape;339;p46"/>
            <p:cNvGrpSpPr/>
            <p:nvPr/>
          </p:nvGrpSpPr>
          <p:grpSpPr>
            <a:xfrm>
              <a:off x="7504750" y="3349500"/>
              <a:ext cx="734276" cy="659129"/>
              <a:chOff x="2172700" y="4107250"/>
              <a:chExt cx="734276" cy="659129"/>
            </a:xfrm>
          </p:grpSpPr>
          <p:sp>
            <p:nvSpPr>
              <p:cNvPr id="340" name="Google Shape;340;p46"/>
              <p:cNvSpPr/>
              <p:nvPr/>
            </p:nvSpPr>
            <p:spPr>
              <a:xfrm>
                <a:off x="2340016" y="4107250"/>
                <a:ext cx="162364" cy="238980"/>
              </a:xfrm>
              <a:custGeom>
                <a:rect b="b" l="l" r="r" t="t"/>
                <a:pathLst>
                  <a:path extrusionOk="0" h="3088" w="2098">
                    <a:moveTo>
                      <a:pt x="1049" y="1"/>
                    </a:moveTo>
                    <a:lnTo>
                      <a:pt x="0" y="2040"/>
                    </a:lnTo>
                    <a:lnTo>
                      <a:pt x="1049" y="3088"/>
                    </a:lnTo>
                    <a:lnTo>
                      <a:pt x="2097" y="2040"/>
                    </a:lnTo>
                    <a:lnTo>
                      <a:pt x="104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46"/>
              <p:cNvSpPr/>
              <p:nvPr/>
            </p:nvSpPr>
            <p:spPr>
              <a:xfrm>
                <a:off x="2172700" y="4246009"/>
                <a:ext cx="734276" cy="520370"/>
              </a:xfrm>
              <a:custGeom>
                <a:rect b="b" l="l" r="r" t="t"/>
                <a:pathLst>
                  <a:path extrusionOk="0" h="6724" w="9488">
                    <a:moveTo>
                      <a:pt x="1670" y="0"/>
                    </a:moveTo>
                    <a:cubicBezTo>
                      <a:pt x="751" y="0"/>
                      <a:pt x="1" y="752"/>
                      <a:pt x="1" y="1669"/>
                    </a:cubicBezTo>
                    <a:lnTo>
                      <a:pt x="1" y="5054"/>
                    </a:lnTo>
                    <a:cubicBezTo>
                      <a:pt x="1" y="5972"/>
                      <a:pt x="752" y="6724"/>
                      <a:pt x="1670" y="6724"/>
                    </a:cubicBezTo>
                    <a:lnTo>
                      <a:pt x="7818" y="6724"/>
                    </a:lnTo>
                    <a:cubicBezTo>
                      <a:pt x="8736" y="6724"/>
                      <a:pt x="9488" y="5972"/>
                      <a:pt x="9488" y="5055"/>
                    </a:cubicBezTo>
                    <a:lnTo>
                      <a:pt x="9488" y="1669"/>
                    </a:lnTo>
                    <a:cubicBezTo>
                      <a:pt x="9488" y="752"/>
                      <a:pt x="8736" y="0"/>
                      <a:pt x="781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" name="Google Shape;342;p46"/>
              <p:cNvSpPr/>
              <p:nvPr/>
            </p:nvSpPr>
            <p:spPr>
              <a:xfrm>
                <a:off x="2323222" y="4337174"/>
                <a:ext cx="434932" cy="343844"/>
              </a:xfrm>
              <a:custGeom>
                <a:rect b="b" l="l" r="r" t="t"/>
                <a:pathLst>
                  <a:path extrusionOk="0" h="4443" w="5620">
                    <a:moveTo>
                      <a:pt x="1412" y="0"/>
                    </a:moveTo>
                    <a:cubicBezTo>
                      <a:pt x="1382" y="0"/>
                      <a:pt x="1353" y="1"/>
                      <a:pt x="1323" y="3"/>
                    </a:cubicBezTo>
                    <a:cubicBezTo>
                      <a:pt x="637" y="45"/>
                      <a:pt x="76" y="601"/>
                      <a:pt x="30" y="1287"/>
                    </a:cubicBezTo>
                    <a:cubicBezTo>
                      <a:pt x="0" y="1720"/>
                      <a:pt x="170" y="2114"/>
                      <a:pt x="456" y="2387"/>
                    </a:cubicBezTo>
                    <a:lnTo>
                      <a:pt x="462" y="2392"/>
                    </a:lnTo>
                    <a:cubicBezTo>
                      <a:pt x="476" y="2405"/>
                      <a:pt x="490" y="2419"/>
                      <a:pt x="505" y="2431"/>
                    </a:cubicBezTo>
                    <a:lnTo>
                      <a:pt x="2682" y="4398"/>
                    </a:lnTo>
                    <a:cubicBezTo>
                      <a:pt x="2715" y="4428"/>
                      <a:pt x="2756" y="4442"/>
                      <a:pt x="2798" y="4442"/>
                    </a:cubicBezTo>
                    <a:cubicBezTo>
                      <a:pt x="2840" y="4442"/>
                      <a:pt x="2882" y="4427"/>
                      <a:pt x="2915" y="4397"/>
                    </a:cubicBezTo>
                    <a:lnTo>
                      <a:pt x="5026" y="2481"/>
                    </a:lnTo>
                    <a:cubicBezTo>
                      <a:pt x="5397" y="2194"/>
                      <a:pt x="5620" y="1722"/>
                      <a:pt x="5554" y="1204"/>
                    </a:cubicBezTo>
                    <a:cubicBezTo>
                      <a:pt x="5475" y="578"/>
                      <a:pt x="4965" y="78"/>
                      <a:pt x="4338" y="9"/>
                    </a:cubicBezTo>
                    <a:cubicBezTo>
                      <a:pt x="4285" y="3"/>
                      <a:pt x="4232" y="0"/>
                      <a:pt x="4180" y="0"/>
                    </a:cubicBezTo>
                    <a:cubicBezTo>
                      <a:pt x="3416" y="0"/>
                      <a:pt x="2796" y="620"/>
                      <a:pt x="2796" y="1385"/>
                    </a:cubicBezTo>
                    <a:cubicBezTo>
                      <a:pt x="2796" y="1397"/>
                      <a:pt x="2797" y="1409"/>
                      <a:pt x="2797" y="1421"/>
                    </a:cubicBezTo>
                    <a:lnTo>
                      <a:pt x="2794" y="1421"/>
                    </a:lnTo>
                    <a:cubicBezTo>
                      <a:pt x="2796" y="1409"/>
                      <a:pt x="2796" y="1396"/>
                      <a:pt x="2796" y="1385"/>
                    </a:cubicBezTo>
                    <a:cubicBezTo>
                      <a:pt x="2796" y="620"/>
                      <a:pt x="2176" y="0"/>
                      <a:pt x="141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46"/>
              <p:cNvSpPr/>
              <p:nvPr/>
            </p:nvSpPr>
            <p:spPr>
              <a:xfrm>
                <a:off x="2539525" y="4444203"/>
                <a:ext cx="77" cy="155"/>
              </a:xfrm>
              <a:custGeom>
                <a:rect b="b" l="l" r="r" t="t"/>
                <a:pathLst>
                  <a:path extrusionOk="0" h="2" w="1">
                    <a:moveTo>
                      <a:pt x="1" y="2"/>
                    </a:moveTo>
                    <a:lnTo>
                      <a:pt x="1" y="2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TITLE">
  <p:cSld name="BLANK_1_1_1_1_1_1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8" name="Google Shape;348;p48"/>
          <p:cNvGrpSpPr/>
          <p:nvPr/>
        </p:nvGrpSpPr>
        <p:grpSpPr>
          <a:xfrm>
            <a:off x="-23299" y="-8075"/>
            <a:ext cx="9190577" cy="5150040"/>
            <a:chOff x="11751" y="-6300"/>
            <a:chExt cx="9190577" cy="5150040"/>
          </a:xfrm>
        </p:grpSpPr>
        <p:grpSp>
          <p:nvGrpSpPr>
            <p:cNvPr id="349" name="Google Shape;349;p48"/>
            <p:cNvGrpSpPr/>
            <p:nvPr/>
          </p:nvGrpSpPr>
          <p:grpSpPr>
            <a:xfrm>
              <a:off x="11751" y="-6300"/>
              <a:ext cx="4777902" cy="2703033"/>
              <a:chOff x="11750" y="-6290"/>
              <a:chExt cx="9125100" cy="5162400"/>
            </a:xfrm>
          </p:grpSpPr>
          <p:cxnSp>
            <p:nvCxnSpPr>
              <p:cNvPr id="350" name="Google Shape;350;p48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1" name="Google Shape;351;p48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2" name="Google Shape;352;p48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3" name="Google Shape;353;p48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4" name="Google Shape;354;p48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5" name="Google Shape;355;p48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6" name="Google Shape;356;p48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7" name="Google Shape;357;p48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8" name="Google Shape;358;p48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59" name="Google Shape;359;p48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0" name="Google Shape;360;p48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1" name="Google Shape;361;p48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2" name="Google Shape;362;p48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3" name="Google Shape;363;p48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4" name="Google Shape;364;p48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5" name="Google Shape;365;p48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6" name="Google Shape;366;p48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7" name="Google Shape;367;p48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8" name="Google Shape;368;p48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69" name="Google Shape;369;p48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0" name="Google Shape;370;p48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1" name="Google Shape;371;p48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372" name="Google Shape;372;p48"/>
            <p:cNvGrpSpPr/>
            <p:nvPr/>
          </p:nvGrpSpPr>
          <p:grpSpPr>
            <a:xfrm>
              <a:off x="11751" y="2440707"/>
              <a:ext cx="4777902" cy="2703033"/>
              <a:chOff x="11750" y="-6290"/>
              <a:chExt cx="9125100" cy="5162400"/>
            </a:xfrm>
          </p:grpSpPr>
          <p:cxnSp>
            <p:nvCxnSpPr>
              <p:cNvPr id="373" name="Google Shape;373;p48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4" name="Google Shape;374;p48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5" name="Google Shape;375;p48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6" name="Google Shape;376;p48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7" name="Google Shape;377;p48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8" name="Google Shape;378;p48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79" name="Google Shape;379;p48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0" name="Google Shape;380;p48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1" name="Google Shape;381;p48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2" name="Google Shape;382;p48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3" name="Google Shape;383;p48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4" name="Google Shape;384;p48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5" name="Google Shape;385;p48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6" name="Google Shape;386;p48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7" name="Google Shape;387;p48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8" name="Google Shape;388;p48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9" name="Google Shape;389;p48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0" name="Google Shape;390;p48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1" name="Google Shape;391;p48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2" name="Google Shape;392;p48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3" name="Google Shape;393;p48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4" name="Google Shape;394;p48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395" name="Google Shape;395;p48"/>
            <p:cNvGrpSpPr/>
            <p:nvPr/>
          </p:nvGrpSpPr>
          <p:grpSpPr>
            <a:xfrm>
              <a:off x="4424426" y="-6300"/>
              <a:ext cx="4777902" cy="2703033"/>
              <a:chOff x="11750" y="-6290"/>
              <a:chExt cx="9125100" cy="5162400"/>
            </a:xfrm>
          </p:grpSpPr>
          <p:cxnSp>
            <p:nvCxnSpPr>
              <p:cNvPr id="396" name="Google Shape;396;p48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7" name="Google Shape;397;p48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8" name="Google Shape;398;p48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99" name="Google Shape;399;p48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0" name="Google Shape;400;p48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1" name="Google Shape;401;p48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2" name="Google Shape;402;p48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3" name="Google Shape;403;p48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4" name="Google Shape;404;p48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5" name="Google Shape;405;p48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6" name="Google Shape;406;p48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7" name="Google Shape;407;p48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8" name="Google Shape;408;p48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09" name="Google Shape;409;p48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0" name="Google Shape;410;p48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1" name="Google Shape;411;p48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2" name="Google Shape;412;p48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3" name="Google Shape;413;p48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4" name="Google Shape;414;p48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5" name="Google Shape;415;p48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6" name="Google Shape;416;p48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17" name="Google Shape;417;p48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418" name="Google Shape;418;p48"/>
            <p:cNvGrpSpPr/>
            <p:nvPr/>
          </p:nvGrpSpPr>
          <p:grpSpPr>
            <a:xfrm>
              <a:off x="4424426" y="2440707"/>
              <a:ext cx="4777902" cy="2703033"/>
              <a:chOff x="11750" y="-6290"/>
              <a:chExt cx="9125100" cy="5162400"/>
            </a:xfrm>
          </p:grpSpPr>
          <p:cxnSp>
            <p:nvCxnSpPr>
              <p:cNvPr id="419" name="Google Shape;419;p48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0" name="Google Shape;420;p48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1" name="Google Shape;421;p48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2" name="Google Shape;422;p48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3" name="Google Shape;423;p48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4" name="Google Shape;424;p48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5" name="Google Shape;425;p48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6" name="Google Shape;426;p48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7" name="Google Shape;427;p48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8" name="Google Shape;428;p48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29" name="Google Shape;429;p48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0" name="Google Shape;430;p48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1" name="Google Shape;431;p48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2" name="Google Shape;432;p48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3" name="Google Shape;433;p48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4" name="Google Shape;434;p48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5" name="Google Shape;435;p48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6" name="Google Shape;436;p48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7" name="Google Shape;437;p48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8" name="Google Shape;438;p48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9" name="Google Shape;439;p48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40" name="Google Shape;440;p48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sp>
        <p:nvSpPr>
          <p:cNvPr id="441" name="Google Shape;441;p48"/>
          <p:cNvSpPr txBox="1"/>
          <p:nvPr>
            <p:ph type="title"/>
          </p:nvPr>
        </p:nvSpPr>
        <p:spPr>
          <a:xfrm>
            <a:off x="1081850" y="1719900"/>
            <a:ext cx="6984900" cy="169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Font typeface="Anton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2" name="Google Shape;442;p48"/>
          <p:cNvSpPr txBox="1"/>
          <p:nvPr>
            <p:ph idx="2" type="title"/>
          </p:nvPr>
        </p:nvSpPr>
        <p:spPr>
          <a:xfrm rot="-54379">
            <a:off x="5015453" y="3227438"/>
            <a:ext cx="1517290" cy="301238"/>
          </a:xfrm>
          <a:prstGeom prst="rect">
            <a:avLst/>
          </a:prstGeom>
          <a:solidFill>
            <a:schemeClr val="accent3"/>
          </a:solidFill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Manrope ExtraBold"/>
              <a:buNone/>
              <a:defRPr b="0" sz="1000"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9pPr>
          </a:lstStyle>
          <a:p/>
        </p:txBody>
      </p:sp>
      <p:sp>
        <p:nvSpPr>
          <p:cNvPr id="443" name="Google Shape;443;p48"/>
          <p:cNvSpPr txBox="1"/>
          <p:nvPr>
            <p:ph idx="1" type="body"/>
          </p:nvPr>
        </p:nvSpPr>
        <p:spPr>
          <a:xfrm>
            <a:off x="2422100" y="4170725"/>
            <a:ext cx="4304400" cy="43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Font typeface="Manrope Light"/>
              <a:buChar char="●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SzPts val="1000"/>
              <a:buFont typeface="Manrope Light"/>
              <a:buChar char="○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SzPts val="1000"/>
              <a:buFont typeface="Manrope Light"/>
              <a:buChar char="■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SzPts val="1000"/>
              <a:buFont typeface="Manrope Light"/>
              <a:buChar char="●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SzPts val="1000"/>
              <a:buFont typeface="Manrope Light"/>
              <a:buChar char="○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SzPts val="1000"/>
              <a:buFont typeface="Manrope Light"/>
              <a:buChar char="■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SzPts val="1000"/>
              <a:buFont typeface="Manrope Light"/>
              <a:buChar char="●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SzPts val="1000"/>
              <a:buFont typeface="Manrope Light"/>
              <a:buChar char="○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SzPts val="1000"/>
              <a:buFont typeface="Manrope Light"/>
              <a:buChar char="■"/>
              <a:defRPr sz="1000">
                <a:latin typeface="Manrope Light"/>
                <a:ea typeface="Manrope Light"/>
                <a:cs typeface="Manrope Light"/>
                <a:sym typeface="Manrope Light"/>
              </a:defRPr>
            </a:lvl9pPr>
          </a:lstStyle>
          <a:p/>
        </p:txBody>
      </p:sp>
      <p:sp>
        <p:nvSpPr>
          <p:cNvPr id="444" name="Google Shape;444;p48"/>
          <p:cNvSpPr txBox="1"/>
          <p:nvPr>
            <p:ph idx="3" type="title"/>
          </p:nvPr>
        </p:nvSpPr>
        <p:spPr>
          <a:xfrm rot="-555761">
            <a:off x="6594632" y="3130269"/>
            <a:ext cx="1047458" cy="301246"/>
          </a:xfrm>
          <a:prstGeom prst="rect">
            <a:avLst/>
          </a:prstGeom>
          <a:solidFill>
            <a:schemeClr val="lt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Manrope ExtraBold"/>
              <a:buNone/>
              <a:defRPr b="0" sz="1000"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300"/>
              <a:buFont typeface="Manrope ExtraBold"/>
              <a:buNone/>
              <a:defRPr sz="1300">
                <a:latin typeface="Manrope ExtraBold"/>
                <a:ea typeface="Manrope ExtraBold"/>
                <a:cs typeface="Manrope ExtraBold"/>
                <a:sym typeface="Manrope ExtraBold"/>
              </a:defRPr>
            </a:lvl9pPr>
          </a:lstStyle>
          <a:p/>
        </p:txBody>
      </p:sp>
      <p:sp>
        <p:nvSpPr>
          <p:cNvPr id="445" name="Google Shape;445;p48"/>
          <p:cNvSpPr txBox="1"/>
          <p:nvPr>
            <p:ph idx="4" type="subTitle"/>
          </p:nvPr>
        </p:nvSpPr>
        <p:spPr>
          <a:xfrm rot="-503039">
            <a:off x="2206578" y="1204399"/>
            <a:ext cx="2211838" cy="438184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00"/>
              <a:buFont typeface="Manrope"/>
              <a:buNone/>
              <a:defRPr b="1" sz="13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BLANK_1">
    <p:bg>
      <p:bgPr>
        <a:solidFill>
          <a:schemeClr val="lt1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9"/>
          <p:cNvSpPr/>
          <p:nvPr/>
        </p:nvSpPr>
        <p:spPr>
          <a:xfrm>
            <a:off x="0" y="0"/>
            <a:ext cx="9161700" cy="5143500"/>
          </a:xfrm>
          <a:prstGeom prst="snip1Rect">
            <a:avLst>
              <a:gd fmla="val 2416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8" name="Google Shape;448;p49"/>
          <p:cNvSpPr txBox="1"/>
          <p:nvPr>
            <p:ph type="title"/>
          </p:nvPr>
        </p:nvSpPr>
        <p:spPr>
          <a:xfrm>
            <a:off x="460500" y="2025700"/>
            <a:ext cx="4703100" cy="18213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b="0" sz="9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9" name="Google Shape;449;p49"/>
          <p:cNvSpPr txBox="1"/>
          <p:nvPr>
            <p:ph idx="1" type="body"/>
          </p:nvPr>
        </p:nvSpPr>
        <p:spPr>
          <a:xfrm>
            <a:off x="460500" y="4085525"/>
            <a:ext cx="3501600" cy="59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450" name="Google Shape;450;p49"/>
          <p:cNvSpPr/>
          <p:nvPr/>
        </p:nvSpPr>
        <p:spPr>
          <a:xfrm>
            <a:off x="7735575" y="-10150"/>
            <a:ext cx="1428750" cy="1320800"/>
          </a:xfrm>
          <a:custGeom>
            <a:rect b="b" l="l" r="r" t="t"/>
            <a:pathLst>
              <a:path extrusionOk="0" h="52832" w="57150">
                <a:moveTo>
                  <a:pt x="4572" y="0"/>
                </a:moveTo>
                <a:lnTo>
                  <a:pt x="0" y="51308"/>
                </a:lnTo>
                <a:lnTo>
                  <a:pt x="57150" y="52832"/>
                </a:lnTo>
                <a:lnTo>
                  <a:pt x="57150" y="47752"/>
                </a:lnTo>
                <a:lnTo>
                  <a:pt x="91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agenda">
  <p:cSld name="BLANK_1_1_1_1_1_1_1_1_1_1_1"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50"/>
          <p:cNvSpPr txBox="1"/>
          <p:nvPr>
            <p:ph idx="1" type="body"/>
          </p:nvPr>
        </p:nvSpPr>
        <p:spPr>
          <a:xfrm>
            <a:off x="925650" y="1204025"/>
            <a:ext cx="4028700" cy="36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23850" lvl="0" marL="4572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●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323850" lvl="1" marL="9144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○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323850" lvl="2" marL="13716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■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323850" lvl="3" marL="18288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●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323850" lvl="4" marL="22860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○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323850" lvl="5" marL="27432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■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323850" lvl="6" marL="32004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●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323850" lvl="7" marL="36576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○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323850" lvl="8" marL="41148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anrope Medium"/>
              <a:buChar char="■"/>
              <a:defRPr sz="15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grpSp>
        <p:nvGrpSpPr>
          <p:cNvPr id="453" name="Google Shape;453;p50"/>
          <p:cNvGrpSpPr/>
          <p:nvPr/>
        </p:nvGrpSpPr>
        <p:grpSpPr>
          <a:xfrm>
            <a:off x="-6750" y="576950"/>
            <a:ext cx="9144146" cy="4114800"/>
            <a:chOff x="-6750" y="576950"/>
            <a:chExt cx="9144146" cy="4114800"/>
          </a:xfrm>
        </p:grpSpPr>
        <p:cxnSp>
          <p:nvCxnSpPr>
            <p:cNvPr id="454" name="Google Shape;454;p50"/>
            <p:cNvCxnSpPr/>
            <p:nvPr/>
          </p:nvCxnSpPr>
          <p:spPr>
            <a:xfrm>
              <a:off x="-6750" y="57695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5" name="Google Shape;455;p50"/>
            <p:cNvCxnSpPr/>
            <p:nvPr/>
          </p:nvCxnSpPr>
          <p:spPr>
            <a:xfrm>
              <a:off x="-4" y="109130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6" name="Google Shape;456;p50"/>
            <p:cNvCxnSpPr/>
            <p:nvPr/>
          </p:nvCxnSpPr>
          <p:spPr>
            <a:xfrm>
              <a:off x="-4" y="160565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7" name="Google Shape;457;p50"/>
            <p:cNvCxnSpPr/>
            <p:nvPr/>
          </p:nvCxnSpPr>
          <p:spPr>
            <a:xfrm>
              <a:off x="-4" y="212000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8" name="Google Shape;458;p50"/>
            <p:cNvCxnSpPr/>
            <p:nvPr/>
          </p:nvCxnSpPr>
          <p:spPr>
            <a:xfrm>
              <a:off x="-4" y="263435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50"/>
            <p:cNvCxnSpPr/>
            <p:nvPr/>
          </p:nvCxnSpPr>
          <p:spPr>
            <a:xfrm>
              <a:off x="-4" y="314870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50"/>
            <p:cNvCxnSpPr/>
            <p:nvPr/>
          </p:nvCxnSpPr>
          <p:spPr>
            <a:xfrm>
              <a:off x="-4" y="366305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1" name="Google Shape;461;p50"/>
            <p:cNvCxnSpPr/>
            <p:nvPr/>
          </p:nvCxnSpPr>
          <p:spPr>
            <a:xfrm>
              <a:off x="-4" y="417740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2" name="Google Shape;462;p50"/>
            <p:cNvCxnSpPr/>
            <p:nvPr/>
          </p:nvCxnSpPr>
          <p:spPr>
            <a:xfrm>
              <a:off x="-4" y="4691750"/>
              <a:ext cx="9137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463" name="Google Shape;463;p50"/>
          <p:cNvCxnSpPr/>
          <p:nvPr/>
        </p:nvCxnSpPr>
        <p:spPr>
          <a:xfrm>
            <a:off x="71030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4" name="Google Shape;464;p50"/>
          <p:cNvCxnSpPr/>
          <p:nvPr/>
        </p:nvCxnSpPr>
        <p:spPr>
          <a:xfrm>
            <a:off x="66482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5" name="Google Shape;465;p50"/>
          <p:cNvSpPr/>
          <p:nvPr/>
        </p:nvSpPr>
        <p:spPr>
          <a:xfrm>
            <a:off x="245425" y="1542047"/>
            <a:ext cx="132600" cy="1272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66" name="Google Shape;466;p50"/>
          <p:cNvSpPr/>
          <p:nvPr/>
        </p:nvSpPr>
        <p:spPr>
          <a:xfrm>
            <a:off x="245425" y="3599460"/>
            <a:ext cx="132600" cy="1272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67" name="Google Shape;467;p50"/>
          <p:cNvSpPr txBox="1"/>
          <p:nvPr>
            <p:ph type="title"/>
          </p:nvPr>
        </p:nvSpPr>
        <p:spPr>
          <a:xfrm rot="-289081">
            <a:off x="587746" y="495097"/>
            <a:ext cx="2100221" cy="569601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Anton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Quarter's Goals">
  <p:cSld name="CUSTOM_1_1_3_1_1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9" name="Google Shape;469;p51"/>
          <p:cNvGrpSpPr/>
          <p:nvPr/>
        </p:nvGrpSpPr>
        <p:grpSpPr>
          <a:xfrm>
            <a:off x="392964" y="576950"/>
            <a:ext cx="8764835" cy="4114800"/>
            <a:chOff x="374175" y="576950"/>
            <a:chExt cx="8783280" cy="4114800"/>
          </a:xfrm>
        </p:grpSpPr>
        <p:cxnSp>
          <p:nvCxnSpPr>
            <p:cNvPr id="470" name="Google Shape;470;p51"/>
            <p:cNvCxnSpPr/>
            <p:nvPr/>
          </p:nvCxnSpPr>
          <p:spPr>
            <a:xfrm>
              <a:off x="374175" y="576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1" name="Google Shape;471;p51"/>
            <p:cNvCxnSpPr/>
            <p:nvPr/>
          </p:nvCxnSpPr>
          <p:spPr>
            <a:xfrm>
              <a:off x="380655" y="1110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2" name="Google Shape;472;p51"/>
            <p:cNvCxnSpPr/>
            <p:nvPr/>
          </p:nvCxnSpPr>
          <p:spPr>
            <a:xfrm>
              <a:off x="380655" y="1643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3" name="Google Shape;473;p51"/>
            <p:cNvCxnSpPr/>
            <p:nvPr/>
          </p:nvCxnSpPr>
          <p:spPr>
            <a:xfrm>
              <a:off x="380655" y="2100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4" name="Google Shape;474;p51"/>
            <p:cNvCxnSpPr/>
            <p:nvPr/>
          </p:nvCxnSpPr>
          <p:spPr>
            <a:xfrm>
              <a:off x="380655" y="2634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5" name="Google Shape;475;p51"/>
            <p:cNvCxnSpPr/>
            <p:nvPr/>
          </p:nvCxnSpPr>
          <p:spPr>
            <a:xfrm>
              <a:off x="380655" y="3167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6" name="Google Shape;476;p51"/>
            <p:cNvCxnSpPr/>
            <p:nvPr/>
          </p:nvCxnSpPr>
          <p:spPr>
            <a:xfrm>
              <a:off x="380655" y="3624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7" name="Google Shape;477;p51"/>
            <p:cNvCxnSpPr/>
            <p:nvPr/>
          </p:nvCxnSpPr>
          <p:spPr>
            <a:xfrm>
              <a:off x="380655" y="4158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8" name="Google Shape;478;p51"/>
            <p:cNvCxnSpPr/>
            <p:nvPr/>
          </p:nvCxnSpPr>
          <p:spPr>
            <a:xfrm>
              <a:off x="380655" y="4691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479" name="Google Shape;479;p51"/>
          <p:cNvCxnSpPr/>
          <p:nvPr/>
        </p:nvCxnSpPr>
        <p:spPr>
          <a:xfrm>
            <a:off x="392950" y="-20266"/>
            <a:ext cx="0" cy="51657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480" name="Google Shape;480;p51"/>
          <p:cNvGrpSpPr/>
          <p:nvPr/>
        </p:nvGrpSpPr>
        <p:grpSpPr>
          <a:xfrm>
            <a:off x="114421" y="175123"/>
            <a:ext cx="134104" cy="4750255"/>
            <a:chOff x="114421" y="175123"/>
            <a:chExt cx="134104" cy="4750255"/>
          </a:xfrm>
        </p:grpSpPr>
        <p:grpSp>
          <p:nvGrpSpPr>
            <p:cNvPr id="481" name="Google Shape;481;p51"/>
            <p:cNvGrpSpPr/>
            <p:nvPr/>
          </p:nvGrpSpPr>
          <p:grpSpPr>
            <a:xfrm>
              <a:off x="114421" y="175123"/>
              <a:ext cx="134104" cy="4334807"/>
              <a:chOff x="5432271" y="383100"/>
              <a:chExt cx="137854" cy="4456010"/>
            </a:xfrm>
          </p:grpSpPr>
          <p:grpSp>
            <p:nvGrpSpPr>
              <p:cNvPr id="482" name="Google Shape;482;p51"/>
              <p:cNvGrpSpPr/>
              <p:nvPr/>
            </p:nvGrpSpPr>
            <p:grpSpPr>
              <a:xfrm>
                <a:off x="5432271" y="383100"/>
                <a:ext cx="137854" cy="981668"/>
                <a:chOff x="5432271" y="383100"/>
                <a:chExt cx="137854" cy="981668"/>
              </a:xfrm>
            </p:grpSpPr>
            <p:sp>
              <p:nvSpPr>
                <p:cNvPr id="483" name="Google Shape;483;p51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484" name="Google Shape;484;p51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485" name="Google Shape;485;p51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486" name="Google Shape;486;p51"/>
              <p:cNvGrpSpPr/>
              <p:nvPr/>
            </p:nvGrpSpPr>
            <p:grpSpPr>
              <a:xfrm>
                <a:off x="5432271" y="1678500"/>
                <a:ext cx="137854" cy="981668"/>
                <a:chOff x="5432271" y="383100"/>
                <a:chExt cx="137854" cy="981668"/>
              </a:xfrm>
            </p:grpSpPr>
            <p:sp>
              <p:nvSpPr>
                <p:cNvPr id="487" name="Google Shape;487;p51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488" name="Google Shape;488;p51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489" name="Google Shape;489;p51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490" name="Google Shape;490;p51"/>
              <p:cNvGrpSpPr/>
              <p:nvPr/>
            </p:nvGrpSpPr>
            <p:grpSpPr>
              <a:xfrm>
                <a:off x="5432271" y="2973900"/>
                <a:ext cx="137854" cy="981668"/>
                <a:chOff x="5432271" y="383100"/>
                <a:chExt cx="137854" cy="981668"/>
              </a:xfrm>
            </p:grpSpPr>
            <p:sp>
              <p:nvSpPr>
                <p:cNvPr id="491" name="Google Shape;491;p51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492" name="Google Shape;492;p51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493" name="Google Shape;493;p51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494" name="Google Shape;494;p51"/>
              <p:cNvGrpSpPr/>
              <p:nvPr/>
            </p:nvGrpSpPr>
            <p:grpSpPr>
              <a:xfrm>
                <a:off x="5432271" y="4269300"/>
                <a:ext cx="137854" cy="569810"/>
                <a:chOff x="5432271" y="383100"/>
                <a:chExt cx="137854" cy="569810"/>
              </a:xfrm>
            </p:grpSpPr>
            <p:sp>
              <p:nvSpPr>
                <p:cNvPr id="495" name="Google Shape;495;p51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496" name="Google Shape;496;p51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sp>
          <p:nvSpPr>
            <p:cNvPr id="497" name="Google Shape;497;p51"/>
            <p:cNvSpPr/>
            <p:nvPr/>
          </p:nvSpPr>
          <p:spPr>
            <a:xfrm>
              <a:off x="115150" y="4798178"/>
              <a:ext cx="132600" cy="1272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498" name="Google Shape;498;p51"/>
          <p:cNvSpPr txBox="1"/>
          <p:nvPr>
            <p:ph type="title"/>
          </p:nvPr>
        </p:nvSpPr>
        <p:spPr>
          <a:xfrm>
            <a:off x="513300" y="419950"/>
            <a:ext cx="26415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499" name="Google Shape;499;p51"/>
          <p:cNvSpPr txBox="1"/>
          <p:nvPr>
            <p:ph idx="1" type="body"/>
          </p:nvPr>
        </p:nvSpPr>
        <p:spPr>
          <a:xfrm>
            <a:off x="3993050" y="2658175"/>
            <a:ext cx="4312800" cy="101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500" name="Google Shape;500;p51"/>
          <p:cNvSpPr txBox="1"/>
          <p:nvPr>
            <p:ph idx="2" type="body"/>
          </p:nvPr>
        </p:nvSpPr>
        <p:spPr>
          <a:xfrm>
            <a:off x="3993050" y="3668450"/>
            <a:ext cx="4312800" cy="101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501" name="Google Shape;501;p51"/>
          <p:cNvSpPr txBox="1"/>
          <p:nvPr>
            <p:ph idx="3" type="body"/>
          </p:nvPr>
        </p:nvSpPr>
        <p:spPr>
          <a:xfrm>
            <a:off x="3993050" y="1644550"/>
            <a:ext cx="4312800" cy="101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502" name="Google Shape;502;p51"/>
          <p:cNvSpPr txBox="1"/>
          <p:nvPr>
            <p:ph idx="4" type="title"/>
          </p:nvPr>
        </p:nvSpPr>
        <p:spPr>
          <a:xfrm>
            <a:off x="1075800" y="2925625"/>
            <a:ext cx="29172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9pPr>
          </a:lstStyle>
          <a:p/>
        </p:txBody>
      </p:sp>
      <p:sp>
        <p:nvSpPr>
          <p:cNvPr id="503" name="Google Shape;503;p51"/>
          <p:cNvSpPr txBox="1"/>
          <p:nvPr>
            <p:ph idx="5" type="title"/>
          </p:nvPr>
        </p:nvSpPr>
        <p:spPr>
          <a:xfrm>
            <a:off x="1075800" y="3935900"/>
            <a:ext cx="29172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9pPr>
          </a:lstStyle>
          <a:p/>
        </p:txBody>
      </p:sp>
      <p:sp>
        <p:nvSpPr>
          <p:cNvPr id="504" name="Google Shape;504;p51"/>
          <p:cNvSpPr txBox="1"/>
          <p:nvPr>
            <p:ph idx="6" type="title"/>
          </p:nvPr>
        </p:nvSpPr>
        <p:spPr>
          <a:xfrm>
            <a:off x="1075800" y="1912000"/>
            <a:ext cx="29172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9pPr>
          </a:lstStyle>
          <a:p/>
        </p:txBody>
      </p:sp>
      <p:sp>
        <p:nvSpPr>
          <p:cNvPr id="505" name="Google Shape;505;p51"/>
          <p:cNvSpPr txBox="1"/>
          <p:nvPr>
            <p:ph idx="7" type="title"/>
          </p:nvPr>
        </p:nvSpPr>
        <p:spPr>
          <a:xfrm>
            <a:off x="543400" y="1912000"/>
            <a:ext cx="4728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b="0" sz="18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506" name="Google Shape;506;p51"/>
          <p:cNvSpPr txBox="1"/>
          <p:nvPr>
            <p:ph idx="8" type="title"/>
          </p:nvPr>
        </p:nvSpPr>
        <p:spPr>
          <a:xfrm>
            <a:off x="543400" y="2925625"/>
            <a:ext cx="4728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b="0" sz="18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507" name="Google Shape;507;p51"/>
          <p:cNvSpPr txBox="1"/>
          <p:nvPr>
            <p:ph idx="9" type="title"/>
          </p:nvPr>
        </p:nvSpPr>
        <p:spPr>
          <a:xfrm>
            <a:off x="543400" y="3935900"/>
            <a:ext cx="4728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b="0" sz="18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nrope Medium"/>
              <a:buNone/>
              <a:defRPr sz="18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_1_1_3_1">
    <p:bg>
      <p:bgPr>
        <a:solidFill>
          <a:schemeClr val="lt1"/>
        </a:solidFill>
      </p:bgPr>
    </p:bg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2"/>
          <p:cNvSpPr txBox="1"/>
          <p:nvPr>
            <p:ph type="title"/>
          </p:nvPr>
        </p:nvSpPr>
        <p:spPr>
          <a:xfrm rot="276584">
            <a:off x="5845454" y="1487909"/>
            <a:ext cx="2123971" cy="496007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10" name="Google Shape;510;p52"/>
          <p:cNvSpPr txBox="1"/>
          <p:nvPr>
            <p:ph idx="1" type="body"/>
          </p:nvPr>
        </p:nvSpPr>
        <p:spPr>
          <a:xfrm rot="274997">
            <a:off x="5798057" y="2041282"/>
            <a:ext cx="2121183" cy="603735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511" name="Google Shape;511;p52"/>
          <p:cNvSpPr txBox="1"/>
          <p:nvPr>
            <p:ph idx="2" type="title"/>
          </p:nvPr>
        </p:nvSpPr>
        <p:spPr>
          <a:xfrm rot="-689737">
            <a:off x="3250012" y="1354783"/>
            <a:ext cx="2124008" cy="495921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12" name="Google Shape;512;p52"/>
          <p:cNvSpPr txBox="1"/>
          <p:nvPr>
            <p:ph idx="3" type="body"/>
          </p:nvPr>
        </p:nvSpPr>
        <p:spPr>
          <a:xfrm rot="-691086">
            <a:off x="3372841" y="1897943"/>
            <a:ext cx="2121422" cy="603767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513" name="Google Shape;513;p52"/>
          <p:cNvSpPr txBox="1"/>
          <p:nvPr>
            <p:ph idx="4" type="title"/>
          </p:nvPr>
        </p:nvSpPr>
        <p:spPr>
          <a:xfrm>
            <a:off x="508875" y="1801500"/>
            <a:ext cx="2645400" cy="169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400"/>
              <a:buNone/>
              <a:defRPr b="0" sz="6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4" name="Google Shape;514;p52"/>
          <p:cNvSpPr/>
          <p:nvPr/>
        </p:nvSpPr>
        <p:spPr>
          <a:xfrm>
            <a:off x="8352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15" name="Google Shape;515;p52"/>
          <p:cNvSpPr/>
          <p:nvPr/>
        </p:nvSpPr>
        <p:spPr>
          <a:xfrm>
            <a:off x="32736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16" name="Google Shape;516;p52"/>
          <p:cNvSpPr/>
          <p:nvPr/>
        </p:nvSpPr>
        <p:spPr>
          <a:xfrm>
            <a:off x="57120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17" name="Google Shape;517;p52"/>
          <p:cNvSpPr/>
          <p:nvPr/>
        </p:nvSpPr>
        <p:spPr>
          <a:xfrm>
            <a:off x="81504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18" name="Google Shape;518;p52"/>
          <p:cNvCxnSpPr/>
          <p:nvPr/>
        </p:nvCxnSpPr>
        <p:spPr>
          <a:xfrm>
            <a:off x="0" y="457191"/>
            <a:ext cx="9140400" cy="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19" name="Google Shape;519;p52"/>
          <p:cNvCxnSpPr/>
          <p:nvPr/>
        </p:nvCxnSpPr>
        <p:spPr>
          <a:xfrm>
            <a:off x="0" y="524791"/>
            <a:ext cx="9140400" cy="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0" name="Google Shape;520;p52"/>
          <p:cNvSpPr txBox="1"/>
          <p:nvPr>
            <p:ph idx="5" type="title"/>
          </p:nvPr>
        </p:nvSpPr>
        <p:spPr>
          <a:xfrm rot="486">
            <a:off x="4078754" y="2803718"/>
            <a:ext cx="2124000" cy="49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1" name="Google Shape;521;p52"/>
          <p:cNvSpPr txBox="1"/>
          <p:nvPr>
            <p:ph idx="6" type="body"/>
          </p:nvPr>
        </p:nvSpPr>
        <p:spPr>
          <a:xfrm rot="-972">
            <a:off x="4080134" y="3359087"/>
            <a:ext cx="2121300" cy="603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images">
  <p:cSld name="CUSTOM_1_1"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3"/>
          <p:cNvGrpSpPr/>
          <p:nvPr/>
        </p:nvGrpSpPr>
        <p:grpSpPr>
          <a:xfrm>
            <a:off x="392964" y="576950"/>
            <a:ext cx="8764835" cy="4114800"/>
            <a:chOff x="374175" y="576950"/>
            <a:chExt cx="8783280" cy="4114800"/>
          </a:xfrm>
        </p:grpSpPr>
        <p:cxnSp>
          <p:nvCxnSpPr>
            <p:cNvPr id="524" name="Google Shape;524;p53"/>
            <p:cNvCxnSpPr/>
            <p:nvPr/>
          </p:nvCxnSpPr>
          <p:spPr>
            <a:xfrm>
              <a:off x="374175" y="576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5" name="Google Shape;525;p53"/>
            <p:cNvCxnSpPr/>
            <p:nvPr/>
          </p:nvCxnSpPr>
          <p:spPr>
            <a:xfrm>
              <a:off x="380655" y="1110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6" name="Google Shape;526;p53"/>
            <p:cNvCxnSpPr/>
            <p:nvPr/>
          </p:nvCxnSpPr>
          <p:spPr>
            <a:xfrm>
              <a:off x="380655" y="1643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" name="Google Shape;527;p53"/>
            <p:cNvCxnSpPr/>
            <p:nvPr/>
          </p:nvCxnSpPr>
          <p:spPr>
            <a:xfrm>
              <a:off x="380655" y="2100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8" name="Google Shape;528;p53"/>
            <p:cNvCxnSpPr/>
            <p:nvPr/>
          </p:nvCxnSpPr>
          <p:spPr>
            <a:xfrm>
              <a:off x="380655" y="2634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9" name="Google Shape;529;p53"/>
            <p:cNvCxnSpPr/>
            <p:nvPr/>
          </p:nvCxnSpPr>
          <p:spPr>
            <a:xfrm>
              <a:off x="380655" y="3167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0" name="Google Shape;530;p53"/>
            <p:cNvCxnSpPr/>
            <p:nvPr/>
          </p:nvCxnSpPr>
          <p:spPr>
            <a:xfrm>
              <a:off x="380655" y="3624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1" name="Google Shape;531;p53"/>
            <p:cNvCxnSpPr/>
            <p:nvPr/>
          </p:nvCxnSpPr>
          <p:spPr>
            <a:xfrm>
              <a:off x="380655" y="4158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2" name="Google Shape;532;p53"/>
            <p:cNvCxnSpPr/>
            <p:nvPr/>
          </p:nvCxnSpPr>
          <p:spPr>
            <a:xfrm>
              <a:off x="380655" y="4691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533" name="Google Shape;533;p53"/>
          <p:cNvCxnSpPr/>
          <p:nvPr/>
        </p:nvCxnSpPr>
        <p:spPr>
          <a:xfrm>
            <a:off x="392950" y="-20266"/>
            <a:ext cx="0" cy="51657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34" name="Google Shape;534;p53"/>
          <p:cNvGrpSpPr/>
          <p:nvPr/>
        </p:nvGrpSpPr>
        <p:grpSpPr>
          <a:xfrm>
            <a:off x="114406" y="175123"/>
            <a:ext cx="134104" cy="4750255"/>
            <a:chOff x="114406" y="175123"/>
            <a:chExt cx="134104" cy="4750255"/>
          </a:xfrm>
        </p:grpSpPr>
        <p:grpSp>
          <p:nvGrpSpPr>
            <p:cNvPr id="535" name="Google Shape;535;p53"/>
            <p:cNvGrpSpPr/>
            <p:nvPr/>
          </p:nvGrpSpPr>
          <p:grpSpPr>
            <a:xfrm>
              <a:off x="114406" y="175123"/>
              <a:ext cx="134104" cy="4334807"/>
              <a:chOff x="5432271" y="383100"/>
              <a:chExt cx="137854" cy="4456010"/>
            </a:xfrm>
          </p:grpSpPr>
          <p:grpSp>
            <p:nvGrpSpPr>
              <p:cNvPr id="536" name="Google Shape;536;p53"/>
              <p:cNvGrpSpPr/>
              <p:nvPr/>
            </p:nvGrpSpPr>
            <p:grpSpPr>
              <a:xfrm>
                <a:off x="5432271" y="383100"/>
                <a:ext cx="137854" cy="981668"/>
                <a:chOff x="5432271" y="383100"/>
                <a:chExt cx="137854" cy="981668"/>
              </a:xfrm>
            </p:grpSpPr>
            <p:sp>
              <p:nvSpPr>
                <p:cNvPr id="537" name="Google Shape;537;p53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38" name="Google Shape;538;p53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39" name="Google Shape;539;p53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540" name="Google Shape;540;p53"/>
              <p:cNvGrpSpPr/>
              <p:nvPr/>
            </p:nvGrpSpPr>
            <p:grpSpPr>
              <a:xfrm>
                <a:off x="5432271" y="1678500"/>
                <a:ext cx="137854" cy="981668"/>
                <a:chOff x="5432271" y="383100"/>
                <a:chExt cx="137854" cy="981668"/>
              </a:xfrm>
            </p:grpSpPr>
            <p:sp>
              <p:nvSpPr>
                <p:cNvPr id="541" name="Google Shape;541;p53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42" name="Google Shape;542;p53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43" name="Google Shape;543;p53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544" name="Google Shape;544;p53"/>
              <p:cNvGrpSpPr/>
              <p:nvPr/>
            </p:nvGrpSpPr>
            <p:grpSpPr>
              <a:xfrm>
                <a:off x="5432271" y="2973900"/>
                <a:ext cx="137854" cy="981668"/>
                <a:chOff x="5432271" y="383100"/>
                <a:chExt cx="137854" cy="981668"/>
              </a:xfrm>
            </p:grpSpPr>
            <p:sp>
              <p:nvSpPr>
                <p:cNvPr id="545" name="Google Shape;545;p53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46" name="Google Shape;546;p53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47" name="Google Shape;547;p53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548" name="Google Shape;548;p53"/>
              <p:cNvGrpSpPr/>
              <p:nvPr/>
            </p:nvGrpSpPr>
            <p:grpSpPr>
              <a:xfrm>
                <a:off x="5432271" y="4269300"/>
                <a:ext cx="137854" cy="569810"/>
                <a:chOff x="5432271" y="383100"/>
                <a:chExt cx="137854" cy="569810"/>
              </a:xfrm>
            </p:grpSpPr>
            <p:sp>
              <p:nvSpPr>
                <p:cNvPr id="549" name="Google Shape;549;p53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50" name="Google Shape;550;p53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sp>
          <p:nvSpPr>
            <p:cNvPr id="551" name="Google Shape;551;p53"/>
            <p:cNvSpPr/>
            <p:nvPr/>
          </p:nvSpPr>
          <p:spPr>
            <a:xfrm>
              <a:off x="115150" y="4798178"/>
              <a:ext cx="132600" cy="1272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552" name="Google Shape;552;p53"/>
          <p:cNvSpPr txBox="1"/>
          <p:nvPr>
            <p:ph type="title"/>
          </p:nvPr>
        </p:nvSpPr>
        <p:spPr>
          <a:xfrm>
            <a:off x="871325" y="720750"/>
            <a:ext cx="2300400" cy="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9pPr>
          </a:lstStyle>
          <a:p/>
        </p:txBody>
      </p:sp>
      <p:sp>
        <p:nvSpPr>
          <p:cNvPr id="553" name="Google Shape;553;p53"/>
          <p:cNvSpPr txBox="1"/>
          <p:nvPr>
            <p:ph idx="2" type="title"/>
          </p:nvPr>
        </p:nvSpPr>
        <p:spPr>
          <a:xfrm>
            <a:off x="3587619" y="720750"/>
            <a:ext cx="2300400" cy="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9pPr>
          </a:lstStyle>
          <a:p/>
        </p:txBody>
      </p:sp>
      <p:sp>
        <p:nvSpPr>
          <p:cNvPr id="554" name="Google Shape;554;p53"/>
          <p:cNvSpPr txBox="1"/>
          <p:nvPr>
            <p:ph idx="3" type="title"/>
          </p:nvPr>
        </p:nvSpPr>
        <p:spPr>
          <a:xfrm>
            <a:off x="6179075" y="720750"/>
            <a:ext cx="2300400" cy="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/>
            </a:lvl9pPr>
          </a:lstStyle>
          <a:p/>
        </p:txBody>
      </p:sp>
      <p:sp>
        <p:nvSpPr>
          <p:cNvPr id="555" name="Google Shape;555;p53"/>
          <p:cNvSpPr/>
          <p:nvPr>
            <p:ph idx="4" type="pic"/>
          </p:nvPr>
        </p:nvSpPr>
        <p:spPr>
          <a:xfrm>
            <a:off x="895300" y="1487250"/>
            <a:ext cx="2264100" cy="27297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53"/>
          <p:cNvSpPr/>
          <p:nvPr>
            <p:ph idx="5" type="pic"/>
          </p:nvPr>
        </p:nvSpPr>
        <p:spPr>
          <a:xfrm>
            <a:off x="3605775" y="1487250"/>
            <a:ext cx="2264100" cy="27297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53"/>
          <p:cNvSpPr/>
          <p:nvPr>
            <p:ph idx="6" type="pic"/>
          </p:nvPr>
        </p:nvSpPr>
        <p:spPr>
          <a:xfrm>
            <a:off x="6197225" y="1487250"/>
            <a:ext cx="2264100" cy="27297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53"/>
          <p:cNvSpPr txBox="1"/>
          <p:nvPr>
            <p:ph idx="1" type="subTitle"/>
          </p:nvPr>
        </p:nvSpPr>
        <p:spPr>
          <a:xfrm>
            <a:off x="1187675" y="4299825"/>
            <a:ext cx="1667700" cy="2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Manrope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9" name="Google Shape;559;p53"/>
          <p:cNvSpPr txBox="1"/>
          <p:nvPr>
            <p:ph idx="7" type="subTitle"/>
          </p:nvPr>
        </p:nvSpPr>
        <p:spPr>
          <a:xfrm rot="-214117">
            <a:off x="3902250" y="4346193"/>
            <a:ext cx="1667634" cy="22634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Manrope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0" name="Google Shape;560;p53"/>
          <p:cNvSpPr txBox="1"/>
          <p:nvPr>
            <p:ph idx="8" type="subTitle"/>
          </p:nvPr>
        </p:nvSpPr>
        <p:spPr>
          <a:xfrm rot="215969">
            <a:off x="6495540" y="4324572"/>
            <a:ext cx="1667690" cy="22634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Manrope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, body and image">
  <p:cSld name="BLANK_1_1_1_1_1_1_1_1_1_1_1_1">
    <p:bg>
      <p:bgPr>
        <a:solidFill>
          <a:schemeClr val="lt1"/>
        </a:solidFill>
      </p:bgPr>
    </p:bg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4"/>
          <p:cNvSpPr/>
          <p:nvPr/>
        </p:nvSpPr>
        <p:spPr>
          <a:xfrm rot="-300782">
            <a:off x="5105280" y="419634"/>
            <a:ext cx="3577384" cy="43082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63" name="Google Shape;563;p54"/>
          <p:cNvSpPr/>
          <p:nvPr>
            <p:ph idx="2" type="pic"/>
          </p:nvPr>
        </p:nvSpPr>
        <p:spPr>
          <a:xfrm>
            <a:off x="2050" y="2050"/>
            <a:ext cx="47784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54"/>
          <p:cNvSpPr/>
          <p:nvPr/>
        </p:nvSpPr>
        <p:spPr>
          <a:xfrm rot="134178">
            <a:off x="5002593" y="293901"/>
            <a:ext cx="3782581" cy="45556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65" name="Google Shape;565;p54"/>
          <p:cNvSpPr txBox="1"/>
          <p:nvPr>
            <p:ph type="title"/>
          </p:nvPr>
        </p:nvSpPr>
        <p:spPr>
          <a:xfrm rot="124275">
            <a:off x="5368207" y="536624"/>
            <a:ext cx="3037985" cy="614501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566" name="Google Shape;566;p54"/>
          <p:cNvSpPr txBox="1"/>
          <p:nvPr>
            <p:ph idx="1" type="body"/>
          </p:nvPr>
        </p:nvSpPr>
        <p:spPr>
          <a:xfrm rot="119438">
            <a:off x="5194650" y="1261934"/>
            <a:ext cx="3281881" cy="2287382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567" name="Google Shape;567;p54"/>
          <p:cNvSpPr txBox="1"/>
          <p:nvPr>
            <p:ph idx="3" type="body"/>
          </p:nvPr>
        </p:nvSpPr>
        <p:spPr>
          <a:xfrm rot="131721">
            <a:off x="5123776" y="3854495"/>
            <a:ext cx="3281408" cy="616356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304800" lvl="1" marL="9144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304800" lvl="2" marL="13716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304800" lvl="3" marL="18288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304800" lvl="4" marL="22860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304800" lvl="5" marL="27432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304800" lvl="6" marL="32004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304800" lvl="7" marL="36576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304800" lvl="8" marL="4114800" algn="ctr">
              <a:spcBef>
                <a:spcPts val="800"/>
              </a:spcBef>
              <a:spcAft>
                <a:spcPts val="80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2">
  <p:cSld name="BLANK_1_1_1_1_1_1_1_1_1_1_1_1_2_1">
    <p:bg>
      <p:bgPr>
        <a:solidFill>
          <a:schemeClr val="lt1"/>
        </a:solidFill>
      </p:bgPr>
    </p:bg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55"/>
          <p:cNvSpPr/>
          <p:nvPr/>
        </p:nvSpPr>
        <p:spPr>
          <a:xfrm rot="482751">
            <a:off x="407815" y="419618"/>
            <a:ext cx="3577314" cy="430840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70" name="Google Shape;570;p55"/>
          <p:cNvSpPr/>
          <p:nvPr>
            <p:ph idx="2" type="pic"/>
          </p:nvPr>
        </p:nvSpPr>
        <p:spPr>
          <a:xfrm>
            <a:off x="4372975" y="2050"/>
            <a:ext cx="47784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71" name="Google Shape;571;p55"/>
          <p:cNvSpPr/>
          <p:nvPr/>
        </p:nvSpPr>
        <p:spPr>
          <a:xfrm rot="-98716">
            <a:off x="327421" y="293858"/>
            <a:ext cx="3782459" cy="455587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72" name="Google Shape;572;p55"/>
          <p:cNvSpPr txBox="1"/>
          <p:nvPr>
            <p:ph type="title"/>
          </p:nvPr>
        </p:nvSpPr>
        <p:spPr>
          <a:xfrm rot="-108624">
            <a:off x="673475" y="530154"/>
            <a:ext cx="3038717" cy="61381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573" name="Google Shape;573;p55"/>
          <p:cNvSpPr txBox="1"/>
          <p:nvPr>
            <p:ph idx="1" type="body"/>
          </p:nvPr>
        </p:nvSpPr>
        <p:spPr>
          <a:xfrm flipH="1" rot="-131721">
            <a:off x="577990" y="3865770"/>
            <a:ext cx="3281408" cy="616356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304800" lvl="1" marL="9144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304800" lvl="2" marL="13716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304800" lvl="3" marL="18288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304800" lvl="4" marL="22860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304800" lvl="5" marL="27432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304800" lvl="6" marL="32004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304800" lvl="7" marL="36576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304800" lvl="8" marL="4114800" algn="ctr">
              <a:spcBef>
                <a:spcPts val="800"/>
              </a:spcBef>
              <a:spcAft>
                <a:spcPts val="80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3">
  <p:cSld name="BLANK_1_1_1_1_1_1_1_1_1_1_1_1_2">
    <p:bg>
      <p:bgPr>
        <a:solidFill>
          <a:schemeClr val="lt1"/>
        </a:solidFill>
      </p:bgPr>
    </p:bg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56"/>
          <p:cNvSpPr/>
          <p:nvPr/>
        </p:nvSpPr>
        <p:spPr>
          <a:xfrm rot="-300782">
            <a:off x="5105280" y="419634"/>
            <a:ext cx="3577384" cy="43082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76" name="Google Shape;576;p56"/>
          <p:cNvSpPr/>
          <p:nvPr>
            <p:ph idx="2" type="pic"/>
          </p:nvPr>
        </p:nvSpPr>
        <p:spPr>
          <a:xfrm>
            <a:off x="2050" y="2050"/>
            <a:ext cx="47784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77" name="Google Shape;577;p56"/>
          <p:cNvSpPr/>
          <p:nvPr/>
        </p:nvSpPr>
        <p:spPr>
          <a:xfrm rot="134178">
            <a:off x="5002660" y="293903"/>
            <a:ext cx="3782581" cy="4555675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78" name="Google Shape;578;p56"/>
          <p:cNvSpPr txBox="1"/>
          <p:nvPr>
            <p:ph idx="1" type="body"/>
          </p:nvPr>
        </p:nvSpPr>
        <p:spPr>
          <a:xfrm rot="119438">
            <a:off x="5194650" y="1261934"/>
            <a:ext cx="3281881" cy="2287382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579" name="Google Shape;579;p56"/>
          <p:cNvSpPr txBox="1"/>
          <p:nvPr>
            <p:ph type="title"/>
          </p:nvPr>
        </p:nvSpPr>
        <p:spPr>
          <a:xfrm rot="124275">
            <a:off x="5368207" y="536624"/>
            <a:ext cx="3037985" cy="614501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580" name="Google Shape;580;p56"/>
          <p:cNvSpPr txBox="1"/>
          <p:nvPr>
            <p:ph idx="3" type="body"/>
          </p:nvPr>
        </p:nvSpPr>
        <p:spPr>
          <a:xfrm rot="131721">
            <a:off x="5123776" y="3854495"/>
            <a:ext cx="3281408" cy="616356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304800" lvl="1" marL="9144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304800" lvl="2" marL="13716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304800" lvl="3" marL="18288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304800" lvl="4" marL="22860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304800" lvl="5" marL="27432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304800" lvl="6" marL="32004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●"/>
              <a:defRPr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304800" lvl="7" marL="3657600" algn="ctr">
              <a:spcBef>
                <a:spcPts val="800"/>
              </a:spcBef>
              <a:spcAft>
                <a:spcPts val="0"/>
              </a:spcAft>
              <a:buSzPts val="1200"/>
              <a:buFont typeface="Manrope Medium"/>
              <a:buChar char="○"/>
              <a:defRPr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304800" lvl="8" marL="4114800" algn="ctr">
              <a:spcBef>
                <a:spcPts val="800"/>
              </a:spcBef>
              <a:spcAft>
                <a:spcPts val="800"/>
              </a:spcAft>
              <a:buSzPts val="1200"/>
              <a:buFont typeface="Manrope Medium"/>
              <a:buChar char="■"/>
              <a:defRPr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and Subtitle">
  <p:cSld name="CUSTOM_1_1_3_1"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" name="Google Shape;582;p57"/>
          <p:cNvGrpSpPr/>
          <p:nvPr/>
        </p:nvGrpSpPr>
        <p:grpSpPr>
          <a:xfrm>
            <a:off x="392964" y="576950"/>
            <a:ext cx="8764835" cy="4114800"/>
            <a:chOff x="374175" y="576950"/>
            <a:chExt cx="8783280" cy="4114800"/>
          </a:xfrm>
        </p:grpSpPr>
        <p:cxnSp>
          <p:nvCxnSpPr>
            <p:cNvPr id="583" name="Google Shape;583;p57"/>
            <p:cNvCxnSpPr/>
            <p:nvPr/>
          </p:nvCxnSpPr>
          <p:spPr>
            <a:xfrm>
              <a:off x="374175" y="576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4" name="Google Shape;584;p57"/>
            <p:cNvCxnSpPr/>
            <p:nvPr/>
          </p:nvCxnSpPr>
          <p:spPr>
            <a:xfrm>
              <a:off x="380655" y="1110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5" name="Google Shape;585;p57"/>
            <p:cNvCxnSpPr/>
            <p:nvPr/>
          </p:nvCxnSpPr>
          <p:spPr>
            <a:xfrm>
              <a:off x="380655" y="1643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6" name="Google Shape;586;p57"/>
            <p:cNvCxnSpPr/>
            <p:nvPr/>
          </p:nvCxnSpPr>
          <p:spPr>
            <a:xfrm>
              <a:off x="380655" y="2100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7" name="Google Shape;587;p57"/>
            <p:cNvCxnSpPr/>
            <p:nvPr/>
          </p:nvCxnSpPr>
          <p:spPr>
            <a:xfrm>
              <a:off x="380655" y="2634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8" name="Google Shape;588;p57"/>
            <p:cNvCxnSpPr/>
            <p:nvPr/>
          </p:nvCxnSpPr>
          <p:spPr>
            <a:xfrm>
              <a:off x="380655" y="3167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9" name="Google Shape;589;p57"/>
            <p:cNvCxnSpPr/>
            <p:nvPr/>
          </p:nvCxnSpPr>
          <p:spPr>
            <a:xfrm>
              <a:off x="380655" y="3624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0" name="Google Shape;590;p57"/>
            <p:cNvCxnSpPr/>
            <p:nvPr/>
          </p:nvCxnSpPr>
          <p:spPr>
            <a:xfrm>
              <a:off x="380655" y="4158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1" name="Google Shape;591;p57"/>
            <p:cNvCxnSpPr/>
            <p:nvPr/>
          </p:nvCxnSpPr>
          <p:spPr>
            <a:xfrm>
              <a:off x="380655" y="4691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592" name="Google Shape;592;p57"/>
          <p:cNvCxnSpPr/>
          <p:nvPr/>
        </p:nvCxnSpPr>
        <p:spPr>
          <a:xfrm>
            <a:off x="392950" y="-20266"/>
            <a:ext cx="0" cy="51657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93" name="Google Shape;593;p57"/>
          <p:cNvGrpSpPr/>
          <p:nvPr/>
        </p:nvGrpSpPr>
        <p:grpSpPr>
          <a:xfrm>
            <a:off x="114406" y="175123"/>
            <a:ext cx="134104" cy="4750255"/>
            <a:chOff x="114406" y="175123"/>
            <a:chExt cx="134104" cy="4750255"/>
          </a:xfrm>
        </p:grpSpPr>
        <p:grpSp>
          <p:nvGrpSpPr>
            <p:cNvPr id="594" name="Google Shape;594;p57"/>
            <p:cNvGrpSpPr/>
            <p:nvPr/>
          </p:nvGrpSpPr>
          <p:grpSpPr>
            <a:xfrm>
              <a:off x="114406" y="175123"/>
              <a:ext cx="134104" cy="4334807"/>
              <a:chOff x="5432271" y="383100"/>
              <a:chExt cx="137854" cy="4456010"/>
            </a:xfrm>
          </p:grpSpPr>
          <p:grpSp>
            <p:nvGrpSpPr>
              <p:cNvPr id="595" name="Google Shape;595;p57"/>
              <p:cNvGrpSpPr/>
              <p:nvPr/>
            </p:nvGrpSpPr>
            <p:grpSpPr>
              <a:xfrm>
                <a:off x="5432271" y="383100"/>
                <a:ext cx="137854" cy="981668"/>
                <a:chOff x="5432271" y="383100"/>
                <a:chExt cx="137854" cy="981668"/>
              </a:xfrm>
            </p:grpSpPr>
            <p:sp>
              <p:nvSpPr>
                <p:cNvPr id="596" name="Google Shape;596;p57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97" name="Google Shape;597;p57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98" name="Google Shape;598;p57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599" name="Google Shape;599;p57"/>
              <p:cNvGrpSpPr/>
              <p:nvPr/>
            </p:nvGrpSpPr>
            <p:grpSpPr>
              <a:xfrm>
                <a:off x="5432271" y="1678500"/>
                <a:ext cx="137854" cy="981668"/>
                <a:chOff x="5432271" y="383100"/>
                <a:chExt cx="137854" cy="981668"/>
              </a:xfrm>
            </p:grpSpPr>
            <p:sp>
              <p:nvSpPr>
                <p:cNvPr id="600" name="Google Shape;600;p57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1" name="Google Shape;601;p57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2" name="Google Shape;602;p57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03" name="Google Shape;603;p57"/>
              <p:cNvGrpSpPr/>
              <p:nvPr/>
            </p:nvGrpSpPr>
            <p:grpSpPr>
              <a:xfrm>
                <a:off x="5432271" y="2973900"/>
                <a:ext cx="137854" cy="981668"/>
                <a:chOff x="5432271" y="383100"/>
                <a:chExt cx="137854" cy="981668"/>
              </a:xfrm>
            </p:grpSpPr>
            <p:sp>
              <p:nvSpPr>
                <p:cNvPr id="604" name="Google Shape;604;p57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5" name="Google Shape;605;p57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6" name="Google Shape;606;p57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07" name="Google Shape;607;p57"/>
              <p:cNvGrpSpPr/>
              <p:nvPr/>
            </p:nvGrpSpPr>
            <p:grpSpPr>
              <a:xfrm>
                <a:off x="5432271" y="4269300"/>
                <a:ext cx="137854" cy="569810"/>
                <a:chOff x="5432271" y="383100"/>
                <a:chExt cx="137854" cy="569810"/>
              </a:xfrm>
            </p:grpSpPr>
            <p:sp>
              <p:nvSpPr>
                <p:cNvPr id="608" name="Google Shape;608;p57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9" name="Google Shape;609;p57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sp>
          <p:nvSpPr>
            <p:cNvPr id="610" name="Google Shape;610;p57"/>
            <p:cNvSpPr/>
            <p:nvPr/>
          </p:nvSpPr>
          <p:spPr>
            <a:xfrm>
              <a:off x="115150" y="4798178"/>
              <a:ext cx="132600" cy="1272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611" name="Google Shape;611;p57"/>
          <p:cNvSpPr txBox="1"/>
          <p:nvPr>
            <p:ph idx="1" type="subTitle"/>
          </p:nvPr>
        </p:nvSpPr>
        <p:spPr>
          <a:xfrm>
            <a:off x="3063300" y="413950"/>
            <a:ext cx="2445000" cy="91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2" name="Google Shape;612;p57"/>
          <p:cNvSpPr txBox="1"/>
          <p:nvPr>
            <p:ph type="title"/>
          </p:nvPr>
        </p:nvSpPr>
        <p:spPr>
          <a:xfrm>
            <a:off x="513300" y="419950"/>
            <a:ext cx="26415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BLANK_1_1_1_1_1_1_1_1_1_1_1_1_1_1_1">
    <p:bg>
      <p:bgPr>
        <a:solidFill>
          <a:schemeClr val="lt1"/>
        </a:solidFill>
      </p:bgPr>
    </p:bg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58"/>
          <p:cNvSpPr txBox="1"/>
          <p:nvPr>
            <p:ph idx="1" type="body"/>
          </p:nvPr>
        </p:nvSpPr>
        <p:spPr>
          <a:xfrm rot="-188853">
            <a:off x="683183" y="2219155"/>
            <a:ext cx="1890452" cy="148634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grpSp>
        <p:nvGrpSpPr>
          <p:cNvPr id="615" name="Google Shape;615;p58"/>
          <p:cNvGrpSpPr/>
          <p:nvPr/>
        </p:nvGrpSpPr>
        <p:grpSpPr>
          <a:xfrm>
            <a:off x="8663938" y="3954675"/>
            <a:ext cx="502925" cy="1209925"/>
            <a:chOff x="8642600" y="3954675"/>
            <a:chExt cx="502925" cy="1209925"/>
          </a:xfrm>
        </p:grpSpPr>
        <p:sp>
          <p:nvSpPr>
            <p:cNvPr id="616" name="Google Shape;616;p58"/>
            <p:cNvSpPr/>
            <p:nvPr/>
          </p:nvSpPr>
          <p:spPr>
            <a:xfrm>
              <a:off x="8642600" y="3954675"/>
              <a:ext cx="502925" cy="1196325"/>
            </a:xfrm>
            <a:custGeom>
              <a:rect b="b" l="l" r="r" t="t"/>
              <a:pathLst>
                <a:path extrusionOk="0" h="47853" w="20117">
                  <a:moveTo>
                    <a:pt x="20117" y="0"/>
                  </a:moveTo>
                  <a:lnTo>
                    <a:pt x="20117" y="47853"/>
                  </a:lnTo>
                  <a:lnTo>
                    <a:pt x="0" y="4785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cxnSp>
          <p:nvCxnSpPr>
            <p:cNvPr id="617" name="Google Shape;617;p58"/>
            <p:cNvCxnSpPr/>
            <p:nvPr/>
          </p:nvCxnSpPr>
          <p:spPr>
            <a:xfrm flipH="1">
              <a:off x="8779700" y="4349200"/>
              <a:ext cx="358200" cy="815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18" name="Google Shape;618;p58"/>
          <p:cNvSpPr txBox="1"/>
          <p:nvPr>
            <p:ph idx="2" type="body"/>
          </p:nvPr>
        </p:nvSpPr>
        <p:spPr>
          <a:xfrm rot="124964">
            <a:off x="5014631" y="765881"/>
            <a:ext cx="1890349" cy="1486281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619" name="Google Shape;619;p58"/>
          <p:cNvSpPr txBox="1"/>
          <p:nvPr>
            <p:ph idx="3" type="body"/>
          </p:nvPr>
        </p:nvSpPr>
        <p:spPr>
          <a:xfrm rot="351430">
            <a:off x="3021711" y="3296608"/>
            <a:ext cx="1890268" cy="1486173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620" name="Google Shape;620;p58"/>
          <p:cNvSpPr txBox="1"/>
          <p:nvPr>
            <p:ph idx="4" type="body"/>
          </p:nvPr>
        </p:nvSpPr>
        <p:spPr>
          <a:xfrm rot="3819">
            <a:off x="6728901" y="3168092"/>
            <a:ext cx="1890601" cy="1485901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●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○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 Medium"/>
              <a:buChar char="■"/>
              <a:defRPr sz="1000">
                <a:solidFill>
                  <a:schemeClr val="dk1"/>
                </a:solidFill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621" name="Google Shape;621;p58"/>
          <p:cNvSpPr txBox="1"/>
          <p:nvPr>
            <p:ph type="title"/>
          </p:nvPr>
        </p:nvSpPr>
        <p:spPr>
          <a:xfrm>
            <a:off x="513300" y="375350"/>
            <a:ext cx="2796300" cy="65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9pPr>
          </a:lstStyle>
          <a:p/>
        </p:txBody>
      </p:sp>
      <p:sp>
        <p:nvSpPr>
          <p:cNvPr id="622" name="Google Shape;622;p58"/>
          <p:cNvSpPr txBox="1"/>
          <p:nvPr>
            <p:ph idx="5" type="subTitle"/>
          </p:nvPr>
        </p:nvSpPr>
        <p:spPr>
          <a:xfrm rot="-226014">
            <a:off x="619152" y="1527866"/>
            <a:ext cx="1890484" cy="54778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algn="ct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623" name="Google Shape;623;p58"/>
          <p:cNvSpPr txBox="1"/>
          <p:nvPr>
            <p:ph idx="6" type="subTitle"/>
          </p:nvPr>
        </p:nvSpPr>
        <p:spPr>
          <a:xfrm rot="126162">
            <a:off x="5024491" y="108292"/>
            <a:ext cx="1970527" cy="54966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algn="ct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624" name="Google Shape;624;p58"/>
          <p:cNvSpPr txBox="1"/>
          <p:nvPr>
            <p:ph idx="7" type="subTitle"/>
          </p:nvPr>
        </p:nvSpPr>
        <p:spPr>
          <a:xfrm rot="348762">
            <a:off x="3115150" y="2659506"/>
            <a:ext cx="1943191" cy="546097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algn="ct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625" name="Google Shape;625;p58"/>
          <p:cNvSpPr txBox="1"/>
          <p:nvPr>
            <p:ph idx="8" type="subTitle"/>
          </p:nvPr>
        </p:nvSpPr>
        <p:spPr>
          <a:xfrm rot="-59757">
            <a:off x="6687978" y="2476634"/>
            <a:ext cx="1915789" cy="54968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algn="ct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2">
  <p:cSld name="BLANK_1_1_1_1_1_1_1_1">
    <p:bg>
      <p:bgPr>
        <a:solidFill>
          <a:schemeClr val="lt1"/>
        </a:solidFill>
      </p:bgPr>
    </p:bg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59"/>
          <p:cNvSpPr txBox="1"/>
          <p:nvPr>
            <p:ph type="title"/>
          </p:nvPr>
        </p:nvSpPr>
        <p:spPr>
          <a:xfrm>
            <a:off x="508875" y="874875"/>
            <a:ext cx="3003300" cy="5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28" name="Google Shape;628;p59"/>
          <p:cNvSpPr txBox="1"/>
          <p:nvPr/>
        </p:nvSpPr>
        <p:spPr>
          <a:xfrm>
            <a:off x="5712000" y="3474850"/>
            <a:ext cx="7329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lang="en" sz="7200">
                <a:solidFill>
                  <a:schemeClr val="lt1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“</a:t>
            </a:r>
            <a:endParaRPr i="1" sz="7200">
              <a:solidFill>
                <a:schemeClr val="lt1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29" name="Google Shape;629;p59"/>
          <p:cNvSpPr txBox="1"/>
          <p:nvPr>
            <p:ph idx="1" type="body"/>
          </p:nvPr>
        </p:nvSpPr>
        <p:spPr>
          <a:xfrm>
            <a:off x="508875" y="1539275"/>
            <a:ext cx="3488400" cy="118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1pPr>
            <a:lvl2pPr indent="-2286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indent="-2286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indent="-2286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indent="-2286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indent="-2286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indent="-2286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indent="-2286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indent="-2286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30" name="Google Shape;630;p59"/>
          <p:cNvSpPr txBox="1"/>
          <p:nvPr>
            <p:ph idx="2" type="title"/>
          </p:nvPr>
        </p:nvSpPr>
        <p:spPr>
          <a:xfrm rot="-173518">
            <a:off x="5146753" y="4343806"/>
            <a:ext cx="1974114" cy="245408"/>
          </a:xfrm>
          <a:prstGeom prst="rect">
            <a:avLst/>
          </a:prstGeom>
          <a:solidFill>
            <a:schemeClr val="dk1"/>
          </a:solidFill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0"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  <a:defRPr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631" name="Google Shape;631;p59"/>
          <p:cNvSpPr/>
          <p:nvPr/>
        </p:nvSpPr>
        <p:spPr>
          <a:xfrm>
            <a:off x="8352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32" name="Google Shape;632;p59"/>
          <p:cNvSpPr/>
          <p:nvPr/>
        </p:nvSpPr>
        <p:spPr>
          <a:xfrm>
            <a:off x="32736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33" name="Google Shape;633;p59"/>
          <p:cNvSpPr/>
          <p:nvPr/>
        </p:nvSpPr>
        <p:spPr>
          <a:xfrm>
            <a:off x="57120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34" name="Google Shape;634;p59"/>
          <p:cNvSpPr/>
          <p:nvPr/>
        </p:nvSpPr>
        <p:spPr>
          <a:xfrm>
            <a:off x="81504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635" name="Google Shape;635;p59"/>
          <p:cNvCxnSpPr/>
          <p:nvPr/>
        </p:nvCxnSpPr>
        <p:spPr>
          <a:xfrm>
            <a:off x="0" y="457191"/>
            <a:ext cx="9140400" cy="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6" name="Google Shape;636;p59"/>
          <p:cNvCxnSpPr/>
          <p:nvPr/>
        </p:nvCxnSpPr>
        <p:spPr>
          <a:xfrm>
            <a:off x="0" y="524791"/>
            <a:ext cx="9140400" cy="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59"/>
          <p:cNvSpPr txBox="1"/>
          <p:nvPr>
            <p:ph idx="3" type="title"/>
          </p:nvPr>
        </p:nvSpPr>
        <p:spPr>
          <a:xfrm rot="-130161">
            <a:off x="5805931" y="3651002"/>
            <a:ext cx="2662908" cy="733131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25">
          <p15:clr>
            <a:srgbClr val="E46962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BLANK_1_1_1_1_1_1_1_1_2"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9" name="Google Shape;639;p60"/>
          <p:cNvGrpSpPr/>
          <p:nvPr/>
        </p:nvGrpSpPr>
        <p:grpSpPr>
          <a:xfrm>
            <a:off x="0" y="-6300"/>
            <a:ext cx="9143705" cy="5150040"/>
            <a:chOff x="11751" y="-6300"/>
            <a:chExt cx="9190577" cy="5150040"/>
          </a:xfrm>
        </p:grpSpPr>
        <p:grpSp>
          <p:nvGrpSpPr>
            <p:cNvPr id="640" name="Google Shape;640;p60"/>
            <p:cNvGrpSpPr/>
            <p:nvPr/>
          </p:nvGrpSpPr>
          <p:grpSpPr>
            <a:xfrm>
              <a:off x="11751" y="-6300"/>
              <a:ext cx="4777902" cy="2703033"/>
              <a:chOff x="11750" y="-6290"/>
              <a:chExt cx="9125100" cy="5162400"/>
            </a:xfrm>
          </p:grpSpPr>
          <p:cxnSp>
            <p:nvCxnSpPr>
              <p:cNvPr id="641" name="Google Shape;641;p60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2" name="Google Shape;642;p60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3" name="Google Shape;643;p60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4" name="Google Shape;644;p60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5" name="Google Shape;645;p60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6" name="Google Shape;646;p60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7" name="Google Shape;647;p60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8" name="Google Shape;648;p60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9" name="Google Shape;649;p60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0" name="Google Shape;650;p60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1" name="Google Shape;651;p60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2" name="Google Shape;652;p60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3" name="Google Shape;653;p60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4" name="Google Shape;654;p60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5" name="Google Shape;655;p60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6" name="Google Shape;656;p60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7" name="Google Shape;657;p60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8" name="Google Shape;658;p60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9" name="Google Shape;659;p60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0" name="Google Shape;660;p60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1" name="Google Shape;661;p60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2" name="Google Shape;662;p60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663" name="Google Shape;663;p60"/>
            <p:cNvGrpSpPr/>
            <p:nvPr/>
          </p:nvGrpSpPr>
          <p:grpSpPr>
            <a:xfrm>
              <a:off x="11751" y="2440707"/>
              <a:ext cx="4777902" cy="2703033"/>
              <a:chOff x="11750" y="-6290"/>
              <a:chExt cx="9125100" cy="5162400"/>
            </a:xfrm>
          </p:grpSpPr>
          <p:cxnSp>
            <p:nvCxnSpPr>
              <p:cNvPr id="664" name="Google Shape;664;p60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5" name="Google Shape;665;p60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6" name="Google Shape;666;p60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7" name="Google Shape;667;p60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8" name="Google Shape;668;p60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9" name="Google Shape;669;p60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0" name="Google Shape;670;p60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1" name="Google Shape;671;p60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2" name="Google Shape;672;p60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3" name="Google Shape;673;p60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4" name="Google Shape;674;p60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5" name="Google Shape;675;p60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6" name="Google Shape;676;p60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7" name="Google Shape;677;p60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8" name="Google Shape;678;p60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9" name="Google Shape;679;p60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0" name="Google Shape;680;p60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1" name="Google Shape;681;p60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2" name="Google Shape;682;p60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3" name="Google Shape;683;p60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4" name="Google Shape;684;p60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5" name="Google Shape;685;p60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686" name="Google Shape;686;p60"/>
            <p:cNvGrpSpPr/>
            <p:nvPr/>
          </p:nvGrpSpPr>
          <p:grpSpPr>
            <a:xfrm>
              <a:off x="4424426" y="-6300"/>
              <a:ext cx="4777902" cy="2703033"/>
              <a:chOff x="11750" y="-6290"/>
              <a:chExt cx="9125100" cy="5162400"/>
            </a:xfrm>
          </p:grpSpPr>
          <p:cxnSp>
            <p:nvCxnSpPr>
              <p:cNvPr id="687" name="Google Shape;687;p60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8" name="Google Shape;688;p60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89" name="Google Shape;689;p60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0" name="Google Shape;690;p60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1" name="Google Shape;691;p60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2" name="Google Shape;692;p60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3" name="Google Shape;693;p60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4" name="Google Shape;694;p60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5" name="Google Shape;695;p60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6" name="Google Shape;696;p60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7" name="Google Shape;697;p60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8" name="Google Shape;698;p60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9" name="Google Shape;699;p60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0" name="Google Shape;700;p60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1" name="Google Shape;701;p60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2" name="Google Shape;702;p60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3" name="Google Shape;703;p60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4" name="Google Shape;704;p60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5" name="Google Shape;705;p60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6" name="Google Shape;706;p60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7" name="Google Shape;707;p60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8" name="Google Shape;708;p60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09" name="Google Shape;709;p60"/>
            <p:cNvGrpSpPr/>
            <p:nvPr/>
          </p:nvGrpSpPr>
          <p:grpSpPr>
            <a:xfrm>
              <a:off x="4424426" y="2440707"/>
              <a:ext cx="4777902" cy="2703033"/>
              <a:chOff x="11750" y="-6290"/>
              <a:chExt cx="9125100" cy="5162400"/>
            </a:xfrm>
          </p:grpSpPr>
          <p:cxnSp>
            <p:nvCxnSpPr>
              <p:cNvPr id="710" name="Google Shape;710;p60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1" name="Google Shape;711;p60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2" name="Google Shape;712;p60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3" name="Google Shape;713;p60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4" name="Google Shape;714;p60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5" name="Google Shape;715;p60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6" name="Google Shape;716;p60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7" name="Google Shape;717;p60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8" name="Google Shape;718;p60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19" name="Google Shape;719;p60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0" name="Google Shape;720;p60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1" name="Google Shape;721;p60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2" name="Google Shape;722;p60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3" name="Google Shape;723;p60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4" name="Google Shape;724;p60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5" name="Google Shape;725;p60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6" name="Google Shape;726;p60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7" name="Google Shape;727;p60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8" name="Google Shape;728;p60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29" name="Google Shape;729;p60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30" name="Google Shape;730;p60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31" name="Google Shape;731;p60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sp>
        <p:nvSpPr>
          <p:cNvPr id="732" name="Google Shape;732;p60"/>
          <p:cNvSpPr txBox="1"/>
          <p:nvPr>
            <p:ph type="title"/>
          </p:nvPr>
        </p:nvSpPr>
        <p:spPr>
          <a:xfrm>
            <a:off x="508875" y="874875"/>
            <a:ext cx="3003300" cy="5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733" name="Google Shape;733;p60"/>
          <p:cNvSpPr txBox="1"/>
          <p:nvPr>
            <p:ph idx="1" type="body"/>
          </p:nvPr>
        </p:nvSpPr>
        <p:spPr>
          <a:xfrm>
            <a:off x="508875" y="1539275"/>
            <a:ext cx="3488400" cy="118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indent="-2286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indent="-2286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indent="-2286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indent="-2286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indent="-2286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indent="-2286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indent="-2286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34" name="Google Shape;734;p60"/>
          <p:cNvSpPr txBox="1"/>
          <p:nvPr>
            <p:ph idx="2" type="title"/>
          </p:nvPr>
        </p:nvSpPr>
        <p:spPr>
          <a:xfrm rot="-173518">
            <a:off x="5146753" y="4388081"/>
            <a:ext cx="1974114" cy="245408"/>
          </a:xfrm>
          <a:prstGeom prst="rect">
            <a:avLst/>
          </a:prstGeom>
          <a:solidFill>
            <a:schemeClr val="accent6"/>
          </a:solidFill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735" name="Google Shape;735;p60"/>
          <p:cNvSpPr txBox="1"/>
          <p:nvPr>
            <p:ph idx="3" type="title"/>
          </p:nvPr>
        </p:nvSpPr>
        <p:spPr>
          <a:xfrm rot="-130161">
            <a:off x="5801505" y="3629872"/>
            <a:ext cx="2662908" cy="632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25">
          <p15:clr>
            <a:srgbClr val="E46962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section title and description">
  <p:cSld name="BLANK_1_1_1_1_1_1_1"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" name="Google Shape;737;p61"/>
          <p:cNvGrpSpPr/>
          <p:nvPr/>
        </p:nvGrpSpPr>
        <p:grpSpPr>
          <a:xfrm>
            <a:off x="0" y="939481"/>
            <a:ext cx="9144000" cy="3964219"/>
            <a:chOff x="0" y="939481"/>
            <a:chExt cx="9144000" cy="3964219"/>
          </a:xfrm>
        </p:grpSpPr>
        <p:cxnSp>
          <p:nvCxnSpPr>
            <p:cNvPr id="738" name="Google Shape;738;p61"/>
            <p:cNvCxnSpPr/>
            <p:nvPr/>
          </p:nvCxnSpPr>
          <p:spPr>
            <a:xfrm>
              <a:off x="0" y="939481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9" name="Google Shape;739;p61"/>
            <p:cNvCxnSpPr/>
            <p:nvPr/>
          </p:nvCxnSpPr>
          <p:spPr>
            <a:xfrm>
              <a:off x="0" y="28463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0" name="Google Shape;740;p61"/>
            <p:cNvCxnSpPr/>
            <p:nvPr/>
          </p:nvCxnSpPr>
          <p:spPr>
            <a:xfrm>
              <a:off x="0" y="30749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1" name="Google Shape;741;p61"/>
            <p:cNvCxnSpPr/>
            <p:nvPr/>
          </p:nvCxnSpPr>
          <p:spPr>
            <a:xfrm>
              <a:off x="0" y="33035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2" name="Google Shape;742;p61"/>
            <p:cNvCxnSpPr/>
            <p:nvPr/>
          </p:nvCxnSpPr>
          <p:spPr>
            <a:xfrm>
              <a:off x="0" y="35321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3" name="Google Shape;743;p61"/>
            <p:cNvCxnSpPr/>
            <p:nvPr/>
          </p:nvCxnSpPr>
          <p:spPr>
            <a:xfrm>
              <a:off x="0" y="37607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4" name="Google Shape;744;p61"/>
            <p:cNvCxnSpPr/>
            <p:nvPr/>
          </p:nvCxnSpPr>
          <p:spPr>
            <a:xfrm>
              <a:off x="0" y="39893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5" name="Google Shape;745;p61"/>
            <p:cNvCxnSpPr/>
            <p:nvPr/>
          </p:nvCxnSpPr>
          <p:spPr>
            <a:xfrm>
              <a:off x="0" y="42179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6" name="Google Shape;746;p61"/>
            <p:cNvCxnSpPr/>
            <p:nvPr/>
          </p:nvCxnSpPr>
          <p:spPr>
            <a:xfrm>
              <a:off x="0" y="44465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7" name="Google Shape;747;p61"/>
            <p:cNvCxnSpPr/>
            <p:nvPr/>
          </p:nvCxnSpPr>
          <p:spPr>
            <a:xfrm>
              <a:off x="0" y="46751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8" name="Google Shape;748;p61"/>
            <p:cNvCxnSpPr/>
            <p:nvPr/>
          </p:nvCxnSpPr>
          <p:spPr>
            <a:xfrm>
              <a:off x="0" y="4903700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49" name="Google Shape;749;p61"/>
          <p:cNvSpPr/>
          <p:nvPr/>
        </p:nvSpPr>
        <p:spPr>
          <a:xfrm rot="341415">
            <a:off x="4870163" y="329972"/>
            <a:ext cx="3279862" cy="460671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50" name="Google Shape;750;p61"/>
          <p:cNvGrpSpPr/>
          <p:nvPr/>
        </p:nvGrpSpPr>
        <p:grpSpPr>
          <a:xfrm rot="341264">
            <a:off x="4864199" y="350512"/>
            <a:ext cx="184449" cy="4334311"/>
            <a:chOff x="5380497" y="383100"/>
            <a:chExt cx="189628" cy="4456010"/>
          </a:xfrm>
        </p:grpSpPr>
        <p:grpSp>
          <p:nvGrpSpPr>
            <p:cNvPr id="751" name="Google Shape;751;p61"/>
            <p:cNvGrpSpPr/>
            <p:nvPr/>
          </p:nvGrpSpPr>
          <p:grpSpPr>
            <a:xfrm>
              <a:off x="5380497" y="383100"/>
              <a:ext cx="189628" cy="981668"/>
              <a:chOff x="5380497" y="383100"/>
              <a:chExt cx="189628" cy="981668"/>
            </a:xfrm>
          </p:grpSpPr>
          <p:grpSp>
            <p:nvGrpSpPr>
              <p:cNvPr id="752" name="Google Shape;752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753" name="Google Shape;753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4" name="Google Shape;754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55" name="Google Shape;755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756" name="Google Shape;756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7" name="Google Shape;757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58" name="Google Shape;758;p61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759" name="Google Shape;759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0" name="Google Shape;760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761" name="Google Shape;761;p61"/>
            <p:cNvGrpSpPr/>
            <p:nvPr/>
          </p:nvGrpSpPr>
          <p:grpSpPr>
            <a:xfrm>
              <a:off x="5380497" y="1678500"/>
              <a:ext cx="189628" cy="981668"/>
              <a:chOff x="5380497" y="383100"/>
              <a:chExt cx="189628" cy="981668"/>
            </a:xfrm>
          </p:grpSpPr>
          <p:grpSp>
            <p:nvGrpSpPr>
              <p:cNvPr id="762" name="Google Shape;762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763" name="Google Shape;763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4" name="Google Shape;764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65" name="Google Shape;765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766" name="Google Shape;766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7" name="Google Shape;767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68" name="Google Shape;768;p61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769" name="Google Shape;769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0" name="Google Shape;770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771" name="Google Shape;771;p61"/>
            <p:cNvGrpSpPr/>
            <p:nvPr/>
          </p:nvGrpSpPr>
          <p:grpSpPr>
            <a:xfrm>
              <a:off x="5380497" y="2973900"/>
              <a:ext cx="189628" cy="981668"/>
              <a:chOff x="5380497" y="383100"/>
              <a:chExt cx="189628" cy="981668"/>
            </a:xfrm>
          </p:grpSpPr>
          <p:grpSp>
            <p:nvGrpSpPr>
              <p:cNvPr id="772" name="Google Shape;772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773" name="Google Shape;773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4" name="Google Shape;774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75" name="Google Shape;775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776" name="Google Shape;776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7" name="Google Shape;777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78" name="Google Shape;778;p61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779" name="Google Shape;779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0" name="Google Shape;780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781" name="Google Shape;781;p61"/>
            <p:cNvGrpSpPr/>
            <p:nvPr/>
          </p:nvGrpSpPr>
          <p:grpSpPr>
            <a:xfrm>
              <a:off x="5380497" y="4269300"/>
              <a:ext cx="189628" cy="569810"/>
              <a:chOff x="5380497" y="383100"/>
              <a:chExt cx="189628" cy="569810"/>
            </a:xfrm>
          </p:grpSpPr>
          <p:grpSp>
            <p:nvGrpSpPr>
              <p:cNvPr id="782" name="Google Shape;782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783" name="Google Shape;783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4" name="Google Shape;784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85" name="Google Shape;785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786" name="Google Shape;786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7" name="Google Shape;787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</p:grpSp>
      <p:sp>
        <p:nvSpPr>
          <p:cNvPr id="788" name="Google Shape;788;p61"/>
          <p:cNvSpPr/>
          <p:nvPr/>
        </p:nvSpPr>
        <p:spPr>
          <a:xfrm>
            <a:off x="5136896" y="329628"/>
            <a:ext cx="3280500" cy="460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89" name="Google Shape;789;p61"/>
          <p:cNvGrpSpPr/>
          <p:nvPr/>
        </p:nvGrpSpPr>
        <p:grpSpPr>
          <a:xfrm>
            <a:off x="5137471" y="504148"/>
            <a:ext cx="184470" cy="4334807"/>
            <a:chOff x="5380497" y="383100"/>
            <a:chExt cx="189628" cy="4456010"/>
          </a:xfrm>
        </p:grpSpPr>
        <p:grpSp>
          <p:nvGrpSpPr>
            <p:cNvPr id="790" name="Google Shape;790;p61"/>
            <p:cNvGrpSpPr/>
            <p:nvPr/>
          </p:nvGrpSpPr>
          <p:grpSpPr>
            <a:xfrm>
              <a:off x="5380497" y="383100"/>
              <a:ext cx="189628" cy="981668"/>
              <a:chOff x="5380497" y="383100"/>
              <a:chExt cx="189628" cy="981668"/>
            </a:xfrm>
          </p:grpSpPr>
          <p:grpSp>
            <p:nvGrpSpPr>
              <p:cNvPr id="791" name="Google Shape;791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792" name="Google Shape;792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3" name="Google Shape;793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94" name="Google Shape;794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795" name="Google Shape;795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6" name="Google Shape;796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797" name="Google Shape;797;p61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798" name="Google Shape;798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9" name="Google Shape;799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800" name="Google Shape;800;p61"/>
            <p:cNvGrpSpPr/>
            <p:nvPr/>
          </p:nvGrpSpPr>
          <p:grpSpPr>
            <a:xfrm>
              <a:off x="5380497" y="1678500"/>
              <a:ext cx="189628" cy="981668"/>
              <a:chOff x="5380497" y="383100"/>
              <a:chExt cx="189628" cy="981668"/>
            </a:xfrm>
          </p:grpSpPr>
          <p:grpSp>
            <p:nvGrpSpPr>
              <p:cNvPr id="801" name="Google Shape;801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802" name="Google Shape;802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3" name="Google Shape;803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804" name="Google Shape;804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805" name="Google Shape;805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6" name="Google Shape;806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807" name="Google Shape;807;p61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808" name="Google Shape;808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9" name="Google Shape;809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810" name="Google Shape;810;p61"/>
            <p:cNvGrpSpPr/>
            <p:nvPr/>
          </p:nvGrpSpPr>
          <p:grpSpPr>
            <a:xfrm>
              <a:off x="5380497" y="2973900"/>
              <a:ext cx="189628" cy="981668"/>
              <a:chOff x="5380497" y="383100"/>
              <a:chExt cx="189628" cy="981668"/>
            </a:xfrm>
          </p:grpSpPr>
          <p:grpSp>
            <p:nvGrpSpPr>
              <p:cNvPr id="811" name="Google Shape;811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812" name="Google Shape;812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3" name="Google Shape;813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814" name="Google Shape;814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815" name="Google Shape;815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6" name="Google Shape;816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817" name="Google Shape;817;p61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818" name="Google Shape;818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9" name="Google Shape;819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820" name="Google Shape;820;p61"/>
            <p:cNvGrpSpPr/>
            <p:nvPr/>
          </p:nvGrpSpPr>
          <p:grpSpPr>
            <a:xfrm>
              <a:off x="5380497" y="4269300"/>
              <a:ext cx="189628" cy="569810"/>
              <a:chOff x="5380497" y="383100"/>
              <a:chExt cx="189628" cy="569810"/>
            </a:xfrm>
          </p:grpSpPr>
          <p:grpSp>
            <p:nvGrpSpPr>
              <p:cNvPr id="821" name="Google Shape;821;p61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822" name="Google Shape;822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3" name="Google Shape;823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824" name="Google Shape;824;p61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825" name="Google Shape;825;p61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6" name="Google Shape;826;p61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</p:grpSp>
      <p:sp>
        <p:nvSpPr>
          <p:cNvPr id="827" name="Google Shape;827;p61"/>
          <p:cNvSpPr txBox="1"/>
          <p:nvPr>
            <p:ph idx="1" type="body"/>
          </p:nvPr>
        </p:nvSpPr>
        <p:spPr>
          <a:xfrm>
            <a:off x="5586600" y="641275"/>
            <a:ext cx="2627700" cy="31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828" name="Google Shape;828;p61"/>
          <p:cNvSpPr txBox="1"/>
          <p:nvPr>
            <p:ph type="title"/>
          </p:nvPr>
        </p:nvSpPr>
        <p:spPr>
          <a:xfrm>
            <a:off x="521275" y="525800"/>
            <a:ext cx="2094900" cy="14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25">
          <p15:clr>
            <a:srgbClr val="E46962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Notes ">
  <p:cSld name="CUSTOM_2"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0" name="Google Shape;830;p62"/>
          <p:cNvGrpSpPr/>
          <p:nvPr/>
        </p:nvGrpSpPr>
        <p:grpSpPr>
          <a:xfrm>
            <a:off x="0" y="-6300"/>
            <a:ext cx="9162087" cy="5150040"/>
            <a:chOff x="11751" y="-6300"/>
            <a:chExt cx="9190577" cy="5150040"/>
          </a:xfrm>
        </p:grpSpPr>
        <p:grpSp>
          <p:nvGrpSpPr>
            <p:cNvPr id="831" name="Google Shape;831;p62"/>
            <p:cNvGrpSpPr/>
            <p:nvPr/>
          </p:nvGrpSpPr>
          <p:grpSpPr>
            <a:xfrm>
              <a:off x="11751" y="-6300"/>
              <a:ext cx="4777902" cy="2703033"/>
              <a:chOff x="11750" y="-6290"/>
              <a:chExt cx="9125100" cy="5162400"/>
            </a:xfrm>
          </p:grpSpPr>
          <p:cxnSp>
            <p:nvCxnSpPr>
              <p:cNvPr id="832" name="Google Shape;832;p62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33" name="Google Shape;833;p62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34" name="Google Shape;834;p62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35" name="Google Shape;835;p62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36" name="Google Shape;836;p62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37" name="Google Shape;837;p62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38" name="Google Shape;838;p62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39" name="Google Shape;839;p62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0" name="Google Shape;840;p62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1" name="Google Shape;841;p62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2" name="Google Shape;842;p62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3" name="Google Shape;843;p62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4" name="Google Shape;844;p62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5" name="Google Shape;845;p62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6" name="Google Shape;846;p62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7" name="Google Shape;847;p62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8" name="Google Shape;848;p62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9" name="Google Shape;849;p62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0" name="Google Shape;850;p62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1" name="Google Shape;851;p62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2" name="Google Shape;852;p62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3" name="Google Shape;853;p62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54" name="Google Shape;854;p62"/>
            <p:cNvGrpSpPr/>
            <p:nvPr/>
          </p:nvGrpSpPr>
          <p:grpSpPr>
            <a:xfrm>
              <a:off x="11751" y="2440707"/>
              <a:ext cx="4777902" cy="2703033"/>
              <a:chOff x="11750" y="-6290"/>
              <a:chExt cx="9125100" cy="5162400"/>
            </a:xfrm>
          </p:grpSpPr>
          <p:cxnSp>
            <p:nvCxnSpPr>
              <p:cNvPr id="855" name="Google Shape;855;p62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6" name="Google Shape;856;p62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7" name="Google Shape;857;p62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8" name="Google Shape;858;p62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9" name="Google Shape;859;p62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0" name="Google Shape;860;p62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1" name="Google Shape;861;p62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2" name="Google Shape;862;p62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3" name="Google Shape;863;p62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4" name="Google Shape;864;p62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5" name="Google Shape;865;p62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6" name="Google Shape;866;p62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7" name="Google Shape;867;p62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8" name="Google Shape;868;p62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69" name="Google Shape;869;p62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0" name="Google Shape;870;p62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1" name="Google Shape;871;p62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2" name="Google Shape;872;p62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3" name="Google Shape;873;p62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4" name="Google Shape;874;p62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5" name="Google Shape;875;p62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6" name="Google Shape;876;p62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77" name="Google Shape;877;p62"/>
            <p:cNvGrpSpPr/>
            <p:nvPr/>
          </p:nvGrpSpPr>
          <p:grpSpPr>
            <a:xfrm>
              <a:off x="4424426" y="-6300"/>
              <a:ext cx="4777902" cy="2703033"/>
              <a:chOff x="11750" y="-6290"/>
              <a:chExt cx="9125100" cy="5162400"/>
            </a:xfrm>
          </p:grpSpPr>
          <p:cxnSp>
            <p:nvCxnSpPr>
              <p:cNvPr id="878" name="Google Shape;878;p62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79" name="Google Shape;879;p62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0" name="Google Shape;880;p62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1" name="Google Shape;881;p62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2" name="Google Shape;882;p62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3" name="Google Shape;883;p62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4" name="Google Shape;884;p62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5" name="Google Shape;885;p62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6" name="Google Shape;886;p62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7" name="Google Shape;887;p62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8" name="Google Shape;888;p62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89" name="Google Shape;889;p62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0" name="Google Shape;890;p62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1" name="Google Shape;891;p62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2" name="Google Shape;892;p62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3" name="Google Shape;893;p62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4" name="Google Shape;894;p62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5" name="Google Shape;895;p62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6" name="Google Shape;896;p62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7" name="Google Shape;897;p62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8" name="Google Shape;898;p62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9" name="Google Shape;899;p62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900" name="Google Shape;900;p62"/>
            <p:cNvGrpSpPr/>
            <p:nvPr/>
          </p:nvGrpSpPr>
          <p:grpSpPr>
            <a:xfrm>
              <a:off x="4424426" y="2440707"/>
              <a:ext cx="4777902" cy="2703033"/>
              <a:chOff x="11750" y="-6290"/>
              <a:chExt cx="9125100" cy="5162400"/>
            </a:xfrm>
          </p:grpSpPr>
          <p:cxnSp>
            <p:nvCxnSpPr>
              <p:cNvPr id="901" name="Google Shape;901;p62"/>
              <p:cNvCxnSpPr/>
              <p:nvPr/>
            </p:nvCxnSpPr>
            <p:spPr>
              <a:xfrm>
                <a:off x="7055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2" name="Google Shape;902;p62"/>
              <p:cNvCxnSpPr/>
              <p:nvPr/>
            </p:nvCxnSpPr>
            <p:spPr>
              <a:xfrm>
                <a:off x="13993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3" name="Google Shape;903;p62"/>
              <p:cNvCxnSpPr/>
              <p:nvPr/>
            </p:nvCxnSpPr>
            <p:spPr>
              <a:xfrm>
                <a:off x="21049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4" name="Google Shape;904;p62"/>
              <p:cNvCxnSpPr/>
              <p:nvPr/>
            </p:nvCxnSpPr>
            <p:spPr>
              <a:xfrm>
                <a:off x="2813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5" name="Google Shape;905;p62"/>
              <p:cNvCxnSpPr/>
              <p:nvPr/>
            </p:nvCxnSpPr>
            <p:spPr>
              <a:xfrm>
                <a:off x="3507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6" name="Google Shape;906;p62"/>
              <p:cNvCxnSpPr/>
              <p:nvPr/>
            </p:nvCxnSpPr>
            <p:spPr>
              <a:xfrm>
                <a:off x="4212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7" name="Google Shape;907;p62"/>
              <p:cNvCxnSpPr/>
              <p:nvPr/>
            </p:nvCxnSpPr>
            <p:spPr>
              <a:xfrm>
                <a:off x="49214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8" name="Google Shape;908;p62"/>
              <p:cNvCxnSpPr/>
              <p:nvPr/>
            </p:nvCxnSpPr>
            <p:spPr>
              <a:xfrm>
                <a:off x="561521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9" name="Google Shape;909;p62"/>
              <p:cNvCxnSpPr/>
              <p:nvPr/>
            </p:nvCxnSpPr>
            <p:spPr>
              <a:xfrm>
                <a:off x="6320766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0" name="Google Shape;910;p62"/>
              <p:cNvCxnSpPr/>
              <p:nvPr/>
            </p:nvCxnSpPr>
            <p:spPr>
              <a:xfrm>
                <a:off x="70394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1" name="Google Shape;911;p62"/>
              <p:cNvCxnSpPr/>
              <p:nvPr/>
            </p:nvCxnSpPr>
            <p:spPr>
              <a:xfrm>
                <a:off x="773329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2" name="Google Shape;912;p62"/>
              <p:cNvCxnSpPr/>
              <p:nvPr/>
            </p:nvCxnSpPr>
            <p:spPr>
              <a:xfrm>
                <a:off x="8438841" y="-6290"/>
                <a:ext cx="0" cy="51624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3" name="Google Shape;913;p62"/>
              <p:cNvCxnSpPr/>
              <p:nvPr/>
            </p:nvCxnSpPr>
            <p:spPr>
              <a:xfrm>
                <a:off x="11750" y="482125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4" name="Google Shape;914;p62"/>
              <p:cNvCxnSpPr/>
              <p:nvPr/>
            </p:nvCxnSpPr>
            <p:spPr>
              <a:xfrm>
                <a:off x="11750" y="935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5" name="Google Shape;915;p62"/>
              <p:cNvCxnSpPr/>
              <p:nvPr/>
            </p:nvCxnSpPr>
            <p:spPr>
              <a:xfrm>
                <a:off x="11750" y="14028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6" name="Google Shape;916;p62"/>
              <p:cNvCxnSpPr/>
              <p:nvPr/>
            </p:nvCxnSpPr>
            <p:spPr>
              <a:xfrm>
                <a:off x="11750" y="1870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7" name="Google Shape;917;p62"/>
              <p:cNvCxnSpPr/>
              <p:nvPr/>
            </p:nvCxnSpPr>
            <p:spPr>
              <a:xfrm>
                <a:off x="11750" y="23380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8" name="Google Shape;918;p62"/>
              <p:cNvCxnSpPr/>
              <p:nvPr/>
            </p:nvCxnSpPr>
            <p:spPr>
              <a:xfrm>
                <a:off x="11750" y="28056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19" name="Google Shape;919;p62"/>
              <p:cNvCxnSpPr/>
              <p:nvPr/>
            </p:nvCxnSpPr>
            <p:spPr>
              <a:xfrm>
                <a:off x="11750" y="32732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20" name="Google Shape;920;p62"/>
              <p:cNvCxnSpPr/>
              <p:nvPr/>
            </p:nvCxnSpPr>
            <p:spPr>
              <a:xfrm>
                <a:off x="11750" y="37479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21" name="Google Shape;921;p62"/>
              <p:cNvCxnSpPr/>
              <p:nvPr/>
            </p:nvCxnSpPr>
            <p:spPr>
              <a:xfrm>
                <a:off x="11750" y="420840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22" name="Google Shape;922;p62"/>
              <p:cNvCxnSpPr/>
              <p:nvPr/>
            </p:nvCxnSpPr>
            <p:spPr>
              <a:xfrm>
                <a:off x="11750" y="4668850"/>
                <a:ext cx="9125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sp>
        <p:nvSpPr>
          <p:cNvPr id="923" name="Google Shape;923;p62"/>
          <p:cNvSpPr txBox="1"/>
          <p:nvPr>
            <p:ph type="title"/>
          </p:nvPr>
        </p:nvSpPr>
        <p:spPr>
          <a:xfrm>
            <a:off x="532800" y="1269600"/>
            <a:ext cx="2618400" cy="472800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b="0" sz="1900"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924" name="Google Shape;924;p62"/>
          <p:cNvSpPr txBox="1"/>
          <p:nvPr>
            <p:ph idx="1" type="subTitle"/>
          </p:nvPr>
        </p:nvSpPr>
        <p:spPr>
          <a:xfrm>
            <a:off x="520800" y="1711450"/>
            <a:ext cx="2642400" cy="1240500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5" name="Google Shape;925;p62"/>
          <p:cNvSpPr txBox="1"/>
          <p:nvPr>
            <p:ph idx="2" type="subTitle"/>
          </p:nvPr>
        </p:nvSpPr>
        <p:spPr>
          <a:xfrm>
            <a:off x="531875" y="2928325"/>
            <a:ext cx="2618400" cy="395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 sz="1000" u="sng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6" name="Google Shape;926;p62"/>
          <p:cNvSpPr txBox="1"/>
          <p:nvPr>
            <p:ph idx="3" type="title"/>
          </p:nvPr>
        </p:nvSpPr>
        <p:spPr>
          <a:xfrm rot="139861">
            <a:off x="3291201" y="1217875"/>
            <a:ext cx="2618467" cy="472890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927" name="Google Shape;927;p62"/>
          <p:cNvSpPr txBox="1"/>
          <p:nvPr>
            <p:ph idx="4" type="subTitle"/>
          </p:nvPr>
        </p:nvSpPr>
        <p:spPr>
          <a:xfrm rot="139761">
            <a:off x="3245632" y="1659003"/>
            <a:ext cx="2642483" cy="1240624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8" name="Google Shape;928;p62"/>
          <p:cNvSpPr txBox="1"/>
          <p:nvPr>
            <p:ph idx="5" type="subTitle"/>
          </p:nvPr>
        </p:nvSpPr>
        <p:spPr>
          <a:xfrm rot="139861">
            <a:off x="3224189" y="2875212"/>
            <a:ext cx="2618467" cy="395132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 sz="1000" u="sng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9" name="Google Shape;929;p62"/>
          <p:cNvSpPr txBox="1"/>
          <p:nvPr>
            <p:ph idx="6" type="title"/>
          </p:nvPr>
        </p:nvSpPr>
        <p:spPr>
          <a:xfrm>
            <a:off x="5994100" y="1252413"/>
            <a:ext cx="2618400" cy="472800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b="0" sz="1900"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930" name="Google Shape;930;p62"/>
          <p:cNvSpPr txBox="1"/>
          <p:nvPr>
            <p:ph idx="7" type="subTitle"/>
          </p:nvPr>
        </p:nvSpPr>
        <p:spPr>
          <a:xfrm>
            <a:off x="5982100" y="1694263"/>
            <a:ext cx="2642400" cy="1240500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1" name="Google Shape;931;p62"/>
          <p:cNvSpPr txBox="1"/>
          <p:nvPr>
            <p:ph idx="8" type="subTitle"/>
          </p:nvPr>
        </p:nvSpPr>
        <p:spPr>
          <a:xfrm>
            <a:off x="5993175" y="2911138"/>
            <a:ext cx="2618400" cy="395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 sz="1000" u="sng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2" name="Google Shape;932;p62"/>
          <p:cNvSpPr txBox="1"/>
          <p:nvPr>
            <p:ph idx="9" type="subTitle"/>
          </p:nvPr>
        </p:nvSpPr>
        <p:spPr>
          <a:xfrm>
            <a:off x="3254000" y="3461675"/>
            <a:ext cx="2529300" cy="935100"/>
          </a:xfrm>
          <a:prstGeom prst="rect">
            <a:avLst/>
          </a:prstGeom>
        </p:spPr>
        <p:txBody>
          <a:bodyPr anchorCtr="0" anchor="ctr" bIns="91425" lIns="182875" spcFirstLastPara="1" rIns="91425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None/>
              <a:defRPr sz="1000"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3" name="Google Shape;933;p62"/>
          <p:cNvSpPr txBox="1"/>
          <p:nvPr>
            <p:ph idx="13" type="subTitle"/>
          </p:nvPr>
        </p:nvSpPr>
        <p:spPr>
          <a:xfrm>
            <a:off x="3254000" y="3840475"/>
            <a:ext cx="2644800" cy="761100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4" name="Google Shape;934;p62"/>
          <p:cNvSpPr txBox="1"/>
          <p:nvPr>
            <p:ph idx="14" type="subTitle"/>
          </p:nvPr>
        </p:nvSpPr>
        <p:spPr>
          <a:xfrm rot="-143344">
            <a:off x="503564" y="3472782"/>
            <a:ext cx="2526096" cy="935014"/>
          </a:xfrm>
          <a:prstGeom prst="rect">
            <a:avLst/>
          </a:prstGeom>
        </p:spPr>
        <p:txBody>
          <a:bodyPr anchorCtr="0" anchor="ctr" bIns="91425" lIns="182875" spcFirstLastPara="1" rIns="91425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5" name="Google Shape;935;p62"/>
          <p:cNvSpPr txBox="1"/>
          <p:nvPr>
            <p:ph idx="15" type="subTitle"/>
          </p:nvPr>
        </p:nvSpPr>
        <p:spPr>
          <a:xfrm rot="-143157">
            <a:off x="515751" y="3848927"/>
            <a:ext cx="2644693" cy="761165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6" name="Google Shape;936;p62"/>
          <p:cNvSpPr txBox="1"/>
          <p:nvPr>
            <p:ph idx="16" type="subTitle"/>
          </p:nvPr>
        </p:nvSpPr>
        <p:spPr>
          <a:xfrm>
            <a:off x="5975950" y="3457125"/>
            <a:ext cx="2506800" cy="935100"/>
          </a:xfrm>
          <a:prstGeom prst="rect">
            <a:avLst/>
          </a:prstGeom>
        </p:spPr>
        <p:txBody>
          <a:bodyPr anchorCtr="0" anchor="ctr" bIns="91425" lIns="182875" spcFirstLastPara="1" rIns="91425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7" name="Google Shape;937;p62"/>
          <p:cNvSpPr txBox="1"/>
          <p:nvPr>
            <p:ph idx="17" type="subTitle"/>
          </p:nvPr>
        </p:nvSpPr>
        <p:spPr>
          <a:xfrm>
            <a:off x="5975950" y="3835925"/>
            <a:ext cx="2644800" cy="761100"/>
          </a:xfrm>
          <a:prstGeom prst="rect">
            <a:avLst/>
          </a:prstGeom>
        </p:spPr>
        <p:txBody>
          <a:bodyPr anchorCtr="0" anchor="ctr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Subtitle and Note">
  <p:cSld name="CUSTOM_1_1_2_2"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3"/>
          <p:cNvSpPr txBox="1"/>
          <p:nvPr>
            <p:ph idx="1" type="body"/>
          </p:nvPr>
        </p:nvSpPr>
        <p:spPr>
          <a:xfrm>
            <a:off x="509725" y="1130288"/>
            <a:ext cx="41748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Manrope"/>
              <a:buChar char="■"/>
              <a:defRPr/>
            </a:lvl9pPr>
          </a:lstStyle>
          <a:p/>
        </p:txBody>
      </p:sp>
      <p:cxnSp>
        <p:nvCxnSpPr>
          <p:cNvPr id="940" name="Google Shape;940;p63"/>
          <p:cNvCxnSpPr/>
          <p:nvPr/>
        </p:nvCxnSpPr>
        <p:spPr>
          <a:xfrm>
            <a:off x="0" y="28463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1" name="Google Shape;941;p63"/>
          <p:cNvCxnSpPr/>
          <p:nvPr/>
        </p:nvCxnSpPr>
        <p:spPr>
          <a:xfrm>
            <a:off x="0" y="30749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2" name="Google Shape;942;p63"/>
          <p:cNvCxnSpPr/>
          <p:nvPr/>
        </p:nvCxnSpPr>
        <p:spPr>
          <a:xfrm>
            <a:off x="0" y="33035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3" name="Google Shape;943;p63"/>
          <p:cNvCxnSpPr/>
          <p:nvPr/>
        </p:nvCxnSpPr>
        <p:spPr>
          <a:xfrm>
            <a:off x="0" y="35321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4" name="Google Shape;944;p63"/>
          <p:cNvCxnSpPr/>
          <p:nvPr/>
        </p:nvCxnSpPr>
        <p:spPr>
          <a:xfrm>
            <a:off x="0" y="37607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5" name="Google Shape;945;p63"/>
          <p:cNvCxnSpPr/>
          <p:nvPr/>
        </p:nvCxnSpPr>
        <p:spPr>
          <a:xfrm>
            <a:off x="0" y="39893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6" name="Google Shape;946;p63"/>
          <p:cNvCxnSpPr/>
          <p:nvPr/>
        </p:nvCxnSpPr>
        <p:spPr>
          <a:xfrm>
            <a:off x="0" y="42179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7" name="Google Shape;947;p63"/>
          <p:cNvCxnSpPr/>
          <p:nvPr/>
        </p:nvCxnSpPr>
        <p:spPr>
          <a:xfrm>
            <a:off x="0" y="44465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8" name="Google Shape;948;p63"/>
          <p:cNvCxnSpPr/>
          <p:nvPr/>
        </p:nvCxnSpPr>
        <p:spPr>
          <a:xfrm>
            <a:off x="0" y="46751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9" name="Google Shape;949;p63"/>
          <p:cNvCxnSpPr/>
          <p:nvPr/>
        </p:nvCxnSpPr>
        <p:spPr>
          <a:xfrm>
            <a:off x="0" y="49037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50" name="Google Shape;950;p63"/>
          <p:cNvCxnSpPr/>
          <p:nvPr/>
        </p:nvCxnSpPr>
        <p:spPr>
          <a:xfrm>
            <a:off x="0" y="939481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1" name="Google Shape;951;p63"/>
          <p:cNvSpPr txBox="1"/>
          <p:nvPr>
            <p:ph type="title"/>
          </p:nvPr>
        </p:nvSpPr>
        <p:spPr>
          <a:xfrm>
            <a:off x="509725" y="525800"/>
            <a:ext cx="4785900" cy="60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952" name="Google Shape;952;p63"/>
          <p:cNvSpPr txBox="1"/>
          <p:nvPr>
            <p:ph idx="2" type="subTitle"/>
          </p:nvPr>
        </p:nvSpPr>
        <p:spPr>
          <a:xfrm rot="-182546">
            <a:off x="5376031" y="2587214"/>
            <a:ext cx="3108782" cy="501711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3" name="Google Shape;953;p63"/>
          <p:cNvSpPr txBox="1"/>
          <p:nvPr>
            <p:ph idx="3" type="subTitle"/>
          </p:nvPr>
        </p:nvSpPr>
        <p:spPr>
          <a:xfrm rot="-182643">
            <a:off x="5853959" y="3074975"/>
            <a:ext cx="2977201" cy="1813059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6 Notes">
  <p:cSld name="CUSTOM_1_1_2_1"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64"/>
          <p:cNvSpPr txBox="1"/>
          <p:nvPr>
            <p:ph idx="1" type="subTitle"/>
          </p:nvPr>
        </p:nvSpPr>
        <p:spPr>
          <a:xfrm>
            <a:off x="2677850" y="665250"/>
            <a:ext cx="1897500" cy="7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6" name="Google Shape;956;p64"/>
          <p:cNvSpPr txBox="1"/>
          <p:nvPr>
            <p:ph type="title"/>
          </p:nvPr>
        </p:nvSpPr>
        <p:spPr>
          <a:xfrm>
            <a:off x="5278050" y="277788"/>
            <a:ext cx="1032000" cy="292200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957" name="Google Shape;957;p64"/>
          <p:cNvSpPr txBox="1"/>
          <p:nvPr>
            <p:ph idx="2" type="title"/>
          </p:nvPr>
        </p:nvSpPr>
        <p:spPr>
          <a:xfrm>
            <a:off x="7518350" y="277788"/>
            <a:ext cx="1032000" cy="292200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9pPr>
          </a:lstStyle>
          <a:p/>
        </p:txBody>
      </p:sp>
      <p:sp>
        <p:nvSpPr>
          <p:cNvPr id="958" name="Google Shape;958;p64"/>
          <p:cNvSpPr txBox="1"/>
          <p:nvPr>
            <p:ph idx="3" type="title"/>
          </p:nvPr>
        </p:nvSpPr>
        <p:spPr>
          <a:xfrm>
            <a:off x="3045175" y="2827013"/>
            <a:ext cx="1032000" cy="292200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9pPr>
          </a:lstStyle>
          <a:p/>
        </p:txBody>
      </p:sp>
      <p:sp>
        <p:nvSpPr>
          <p:cNvPr id="959" name="Google Shape;959;p64"/>
          <p:cNvSpPr txBox="1"/>
          <p:nvPr>
            <p:ph idx="4" type="title"/>
          </p:nvPr>
        </p:nvSpPr>
        <p:spPr>
          <a:xfrm>
            <a:off x="5270625" y="2827013"/>
            <a:ext cx="1032000" cy="292200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9pPr>
          </a:lstStyle>
          <a:p/>
        </p:txBody>
      </p:sp>
      <p:sp>
        <p:nvSpPr>
          <p:cNvPr id="960" name="Google Shape;960;p64"/>
          <p:cNvSpPr txBox="1"/>
          <p:nvPr>
            <p:ph idx="5" type="title"/>
          </p:nvPr>
        </p:nvSpPr>
        <p:spPr>
          <a:xfrm>
            <a:off x="7510925" y="2827013"/>
            <a:ext cx="1032000" cy="292200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/>
            </a:lvl9pPr>
          </a:lstStyle>
          <a:p/>
        </p:txBody>
      </p:sp>
      <p:sp>
        <p:nvSpPr>
          <p:cNvPr id="961" name="Google Shape;961;p64"/>
          <p:cNvSpPr txBox="1"/>
          <p:nvPr>
            <p:ph idx="6" type="title"/>
          </p:nvPr>
        </p:nvSpPr>
        <p:spPr>
          <a:xfrm>
            <a:off x="521275" y="525800"/>
            <a:ext cx="1897500" cy="14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2" name="Google Shape;962;p64"/>
          <p:cNvSpPr/>
          <p:nvPr/>
        </p:nvSpPr>
        <p:spPr>
          <a:xfrm>
            <a:off x="673550" y="3164224"/>
            <a:ext cx="132600" cy="132600"/>
          </a:xfrm>
          <a:prstGeom prst="rect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63" name="Google Shape;963;p64"/>
          <p:cNvSpPr/>
          <p:nvPr/>
        </p:nvSpPr>
        <p:spPr>
          <a:xfrm>
            <a:off x="673550" y="3413020"/>
            <a:ext cx="132600" cy="132600"/>
          </a:xfrm>
          <a:prstGeom prst="rect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64" name="Google Shape;964;p64"/>
          <p:cNvSpPr/>
          <p:nvPr/>
        </p:nvSpPr>
        <p:spPr>
          <a:xfrm>
            <a:off x="673550" y="3661816"/>
            <a:ext cx="132600" cy="132600"/>
          </a:xfrm>
          <a:prstGeom prst="rect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65" name="Google Shape;965;p64"/>
          <p:cNvSpPr/>
          <p:nvPr/>
        </p:nvSpPr>
        <p:spPr>
          <a:xfrm>
            <a:off x="673550" y="3910626"/>
            <a:ext cx="132600" cy="132600"/>
          </a:xfrm>
          <a:prstGeom prst="rect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66" name="Google Shape;966;p64"/>
          <p:cNvSpPr/>
          <p:nvPr/>
        </p:nvSpPr>
        <p:spPr>
          <a:xfrm>
            <a:off x="673550" y="4159422"/>
            <a:ext cx="132600" cy="132600"/>
          </a:xfrm>
          <a:prstGeom prst="rect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67" name="Google Shape;967;p64"/>
          <p:cNvSpPr/>
          <p:nvPr/>
        </p:nvSpPr>
        <p:spPr>
          <a:xfrm>
            <a:off x="673550" y="4408217"/>
            <a:ext cx="132600" cy="132600"/>
          </a:xfrm>
          <a:prstGeom prst="rect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968" name="Google Shape;968;p64"/>
          <p:cNvGrpSpPr/>
          <p:nvPr/>
        </p:nvGrpSpPr>
        <p:grpSpPr>
          <a:xfrm>
            <a:off x="666102" y="3359600"/>
            <a:ext cx="1540800" cy="1232286"/>
            <a:chOff x="666102" y="3359600"/>
            <a:chExt cx="1540800" cy="1232286"/>
          </a:xfrm>
        </p:grpSpPr>
        <p:cxnSp>
          <p:nvCxnSpPr>
            <p:cNvPr id="969" name="Google Shape;969;p64"/>
            <p:cNvCxnSpPr/>
            <p:nvPr/>
          </p:nvCxnSpPr>
          <p:spPr>
            <a:xfrm>
              <a:off x="666102" y="3359600"/>
              <a:ext cx="1540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70" name="Google Shape;970;p64"/>
            <p:cNvCxnSpPr/>
            <p:nvPr/>
          </p:nvCxnSpPr>
          <p:spPr>
            <a:xfrm>
              <a:off x="666102" y="3603081"/>
              <a:ext cx="1540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71" name="Google Shape;971;p64"/>
            <p:cNvCxnSpPr/>
            <p:nvPr/>
          </p:nvCxnSpPr>
          <p:spPr>
            <a:xfrm>
              <a:off x="666102" y="3846561"/>
              <a:ext cx="1540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72" name="Google Shape;972;p64"/>
            <p:cNvCxnSpPr/>
            <p:nvPr/>
          </p:nvCxnSpPr>
          <p:spPr>
            <a:xfrm>
              <a:off x="666102" y="4090042"/>
              <a:ext cx="1540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73" name="Google Shape;973;p64"/>
            <p:cNvCxnSpPr/>
            <p:nvPr/>
          </p:nvCxnSpPr>
          <p:spPr>
            <a:xfrm>
              <a:off x="666102" y="4340963"/>
              <a:ext cx="1540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74" name="Google Shape;974;p64"/>
            <p:cNvCxnSpPr/>
            <p:nvPr/>
          </p:nvCxnSpPr>
          <p:spPr>
            <a:xfrm>
              <a:off x="666102" y="4591886"/>
              <a:ext cx="1540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975" name="Google Shape;975;p64"/>
          <p:cNvCxnSpPr/>
          <p:nvPr/>
        </p:nvCxnSpPr>
        <p:spPr>
          <a:xfrm>
            <a:off x="392950" y="-20266"/>
            <a:ext cx="0" cy="51657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76" name="Google Shape;976;p64"/>
          <p:cNvGrpSpPr/>
          <p:nvPr/>
        </p:nvGrpSpPr>
        <p:grpSpPr>
          <a:xfrm>
            <a:off x="114406" y="175123"/>
            <a:ext cx="134104" cy="4750255"/>
            <a:chOff x="114406" y="175123"/>
            <a:chExt cx="134104" cy="4750255"/>
          </a:xfrm>
        </p:grpSpPr>
        <p:grpSp>
          <p:nvGrpSpPr>
            <p:cNvPr id="977" name="Google Shape;977;p64"/>
            <p:cNvGrpSpPr/>
            <p:nvPr/>
          </p:nvGrpSpPr>
          <p:grpSpPr>
            <a:xfrm>
              <a:off x="114406" y="175123"/>
              <a:ext cx="134104" cy="4334807"/>
              <a:chOff x="5432271" y="383100"/>
              <a:chExt cx="137854" cy="4456010"/>
            </a:xfrm>
          </p:grpSpPr>
          <p:grpSp>
            <p:nvGrpSpPr>
              <p:cNvPr id="978" name="Google Shape;978;p64"/>
              <p:cNvGrpSpPr/>
              <p:nvPr/>
            </p:nvGrpSpPr>
            <p:grpSpPr>
              <a:xfrm>
                <a:off x="5432271" y="383100"/>
                <a:ext cx="137854" cy="981668"/>
                <a:chOff x="5432271" y="383100"/>
                <a:chExt cx="137854" cy="981668"/>
              </a:xfrm>
            </p:grpSpPr>
            <p:sp>
              <p:nvSpPr>
                <p:cNvPr id="979" name="Google Shape;979;p64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0" name="Google Shape;980;p64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1" name="Google Shape;981;p64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982" name="Google Shape;982;p64"/>
              <p:cNvGrpSpPr/>
              <p:nvPr/>
            </p:nvGrpSpPr>
            <p:grpSpPr>
              <a:xfrm>
                <a:off x="5432271" y="1678500"/>
                <a:ext cx="137854" cy="981668"/>
                <a:chOff x="5432271" y="383100"/>
                <a:chExt cx="137854" cy="981668"/>
              </a:xfrm>
            </p:grpSpPr>
            <p:sp>
              <p:nvSpPr>
                <p:cNvPr id="983" name="Google Shape;983;p64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4" name="Google Shape;984;p64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5" name="Google Shape;985;p64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986" name="Google Shape;986;p64"/>
              <p:cNvGrpSpPr/>
              <p:nvPr/>
            </p:nvGrpSpPr>
            <p:grpSpPr>
              <a:xfrm>
                <a:off x="5432271" y="2973900"/>
                <a:ext cx="137854" cy="981668"/>
                <a:chOff x="5432271" y="383100"/>
                <a:chExt cx="137854" cy="981668"/>
              </a:xfrm>
            </p:grpSpPr>
            <p:sp>
              <p:nvSpPr>
                <p:cNvPr id="987" name="Google Shape;987;p64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8" name="Google Shape;988;p64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9" name="Google Shape;989;p64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990" name="Google Shape;990;p64"/>
              <p:cNvGrpSpPr/>
              <p:nvPr/>
            </p:nvGrpSpPr>
            <p:grpSpPr>
              <a:xfrm>
                <a:off x="5432271" y="4269300"/>
                <a:ext cx="137854" cy="569810"/>
                <a:chOff x="5432271" y="383100"/>
                <a:chExt cx="137854" cy="569810"/>
              </a:xfrm>
            </p:grpSpPr>
            <p:sp>
              <p:nvSpPr>
                <p:cNvPr id="991" name="Google Shape;991;p64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92" name="Google Shape;992;p64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sp>
          <p:nvSpPr>
            <p:cNvPr id="993" name="Google Shape;993;p64"/>
            <p:cNvSpPr/>
            <p:nvPr/>
          </p:nvSpPr>
          <p:spPr>
            <a:xfrm>
              <a:off x="115150" y="4798178"/>
              <a:ext cx="132600" cy="127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994" name="Google Shape;994;p64"/>
          <p:cNvSpPr txBox="1"/>
          <p:nvPr>
            <p:ph idx="7" type="title"/>
          </p:nvPr>
        </p:nvSpPr>
        <p:spPr>
          <a:xfrm rot="-269417">
            <a:off x="593100" y="2197119"/>
            <a:ext cx="1597905" cy="680076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95" name="Google Shape;995;p64"/>
          <p:cNvSpPr txBox="1"/>
          <p:nvPr>
            <p:ph idx="8" type="title"/>
          </p:nvPr>
        </p:nvSpPr>
        <p:spPr>
          <a:xfrm>
            <a:off x="3052600" y="277788"/>
            <a:ext cx="1032000" cy="292200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996" name="Google Shape;996;p64"/>
          <p:cNvSpPr txBox="1"/>
          <p:nvPr>
            <p:ph idx="9" type="subTitle"/>
          </p:nvPr>
        </p:nvSpPr>
        <p:spPr>
          <a:xfrm>
            <a:off x="4866000" y="665250"/>
            <a:ext cx="1897500" cy="7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7" name="Google Shape;997;p64"/>
          <p:cNvSpPr txBox="1"/>
          <p:nvPr>
            <p:ph idx="13" type="subTitle"/>
          </p:nvPr>
        </p:nvSpPr>
        <p:spPr>
          <a:xfrm>
            <a:off x="7085600" y="665250"/>
            <a:ext cx="1897500" cy="7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8" name="Google Shape;998;p64"/>
          <p:cNvSpPr txBox="1"/>
          <p:nvPr>
            <p:ph idx="14" type="subTitle"/>
          </p:nvPr>
        </p:nvSpPr>
        <p:spPr>
          <a:xfrm>
            <a:off x="2677850" y="3251325"/>
            <a:ext cx="1897500" cy="7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9" name="Google Shape;999;p64"/>
          <p:cNvSpPr txBox="1"/>
          <p:nvPr>
            <p:ph idx="15" type="subTitle"/>
          </p:nvPr>
        </p:nvSpPr>
        <p:spPr>
          <a:xfrm>
            <a:off x="4866000" y="3251325"/>
            <a:ext cx="1897500" cy="7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0" name="Google Shape;1000;p64"/>
          <p:cNvSpPr txBox="1"/>
          <p:nvPr>
            <p:ph idx="16" type="subTitle"/>
          </p:nvPr>
        </p:nvSpPr>
        <p:spPr>
          <a:xfrm>
            <a:off x="7085600" y="3251325"/>
            <a:ext cx="1897500" cy="7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WOT Analysis">
  <p:cSld name="BLANK_1_1_1_2">
    <p:bg>
      <p:bgPr>
        <a:solidFill>
          <a:schemeClr val="lt2"/>
        </a:solidFill>
      </p:bgPr>
    </p:bg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65"/>
          <p:cNvSpPr/>
          <p:nvPr/>
        </p:nvSpPr>
        <p:spPr>
          <a:xfrm>
            <a:off x="2341800" y="0"/>
            <a:ext cx="68022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03" name="Google Shape;1003;p65"/>
          <p:cNvSpPr txBox="1"/>
          <p:nvPr>
            <p:ph idx="1" type="body"/>
          </p:nvPr>
        </p:nvSpPr>
        <p:spPr>
          <a:xfrm>
            <a:off x="2802500" y="1001400"/>
            <a:ext cx="2465700" cy="13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grpSp>
        <p:nvGrpSpPr>
          <p:cNvPr id="1004" name="Google Shape;1004;p65"/>
          <p:cNvGrpSpPr/>
          <p:nvPr/>
        </p:nvGrpSpPr>
        <p:grpSpPr>
          <a:xfrm rot="5400000">
            <a:off x="6680877" y="-2076119"/>
            <a:ext cx="184470" cy="4334807"/>
            <a:chOff x="5380497" y="383100"/>
            <a:chExt cx="189628" cy="4456010"/>
          </a:xfrm>
        </p:grpSpPr>
        <p:grpSp>
          <p:nvGrpSpPr>
            <p:cNvPr id="1005" name="Google Shape;1005;p65"/>
            <p:cNvGrpSpPr/>
            <p:nvPr/>
          </p:nvGrpSpPr>
          <p:grpSpPr>
            <a:xfrm>
              <a:off x="5380497" y="383100"/>
              <a:ext cx="189628" cy="981668"/>
              <a:chOff x="5380497" y="383100"/>
              <a:chExt cx="189628" cy="981668"/>
            </a:xfrm>
          </p:grpSpPr>
          <p:grpSp>
            <p:nvGrpSpPr>
              <p:cNvPr id="1006" name="Google Shape;1006;p65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1007" name="Google Shape;1007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08" name="Google Shape;1008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09" name="Google Shape;1009;p65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1010" name="Google Shape;1010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11" name="Google Shape;1011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12" name="Google Shape;1012;p65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1013" name="Google Shape;1013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14" name="Google Shape;1014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1015" name="Google Shape;1015;p65"/>
            <p:cNvGrpSpPr/>
            <p:nvPr/>
          </p:nvGrpSpPr>
          <p:grpSpPr>
            <a:xfrm>
              <a:off x="5380497" y="1678500"/>
              <a:ext cx="189628" cy="981668"/>
              <a:chOff x="5380497" y="383100"/>
              <a:chExt cx="189628" cy="981668"/>
            </a:xfrm>
          </p:grpSpPr>
          <p:grpSp>
            <p:nvGrpSpPr>
              <p:cNvPr id="1016" name="Google Shape;1016;p65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1017" name="Google Shape;1017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18" name="Google Shape;1018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19" name="Google Shape;1019;p65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1020" name="Google Shape;1020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21" name="Google Shape;1021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22" name="Google Shape;1022;p65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1023" name="Google Shape;1023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24" name="Google Shape;1024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1025" name="Google Shape;1025;p65"/>
            <p:cNvGrpSpPr/>
            <p:nvPr/>
          </p:nvGrpSpPr>
          <p:grpSpPr>
            <a:xfrm>
              <a:off x="5380497" y="2973900"/>
              <a:ext cx="189628" cy="981668"/>
              <a:chOff x="5380497" y="383100"/>
              <a:chExt cx="189628" cy="981668"/>
            </a:xfrm>
          </p:grpSpPr>
          <p:grpSp>
            <p:nvGrpSpPr>
              <p:cNvPr id="1026" name="Google Shape;1026;p65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1027" name="Google Shape;1027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28" name="Google Shape;1028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29" name="Google Shape;1029;p65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1030" name="Google Shape;1030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31" name="Google Shape;1031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32" name="Google Shape;1032;p65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1033" name="Google Shape;1033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34" name="Google Shape;1034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1035" name="Google Shape;1035;p65"/>
            <p:cNvGrpSpPr/>
            <p:nvPr/>
          </p:nvGrpSpPr>
          <p:grpSpPr>
            <a:xfrm>
              <a:off x="5380497" y="4269300"/>
              <a:ext cx="189628" cy="569810"/>
              <a:chOff x="5380497" y="383100"/>
              <a:chExt cx="189628" cy="569810"/>
            </a:xfrm>
          </p:grpSpPr>
          <p:grpSp>
            <p:nvGrpSpPr>
              <p:cNvPr id="1036" name="Google Shape;1036;p65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1037" name="Google Shape;1037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38" name="Google Shape;1038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39" name="Google Shape;1039;p65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1040" name="Google Shape;1040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41" name="Google Shape;1041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</p:grpSp>
      <p:grpSp>
        <p:nvGrpSpPr>
          <p:cNvPr id="1042" name="Google Shape;1042;p65"/>
          <p:cNvGrpSpPr/>
          <p:nvPr/>
        </p:nvGrpSpPr>
        <p:grpSpPr>
          <a:xfrm rot="5400000">
            <a:off x="3292843" y="-815956"/>
            <a:ext cx="184470" cy="1814476"/>
            <a:chOff x="5380497" y="383100"/>
            <a:chExt cx="189628" cy="1865210"/>
          </a:xfrm>
        </p:grpSpPr>
        <p:grpSp>
          <p:nvGrpSpPr>
            <p:cNvPr id="1043" name="Google Shape;1043;p65"/>
            <p:cNvGrpSpPr/>
            <p:nvPr/>
          </p:nvGrpSpPr>
          <p:grpSpPr>
            <a:xfrm>
              <a:off x="5380497" y="383100"/>
              <a:ext cx="189628" cy="981668"/>
              <a:chOff x="5380497" y="383100"/>
              <a:chExt cx="189628" cy="981668"/>
            </a:xfrm>
          </p:grpSpPr>
          <p:grpSp>
            <p:nvGrpSpPr>
              <p:cNvPr id="1044" name="Google Shape;1044;p65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1045" name="Google Shape;1045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46" name="Google Shape;1046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47" name="Google Shape;1047;p65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1048" name="Google Shape;1048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49" name="Google Shape;1049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50" name="Google Shape;1050;p65"/>
              <p:cNvGrpSpPr/>
              <p:nvPr/>
            </p:nvGrpSpPr>
            <p:grpSpPr>
              <a:xfrm>
                <a:off x="5382151" y="1233968"/>
                <a:ext cx="187974" cy="130800"/>
                <a:chOff x="4804925" y="764100"/>
                <a:chExt cx="187974" cy="130800"/>
              </a:xfrm>
            </p:grpSpPr>
            <p:sp>
              <p:nvSpPr>
                <p:cNvPr id="1051" name="Google Shape;1051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52" name="Google Shape;1052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1053" name="Google Shape;1053;p65"/>
            <p:cNvGrpSpPr/>
            <p:nvPr/>
          </p:nvGrpSpPr>
          <p:grpSpPr>
            <a:xfrm>
              <a:off x="5380497" y="1678500"/>
              <a:ext cx="189628" cy="569810"/>
              <a:chOff x="5380497" y="383100"/>
              <a:chExt cx="189628" cy="569810"/>
            </a:xfrm>
          </p:grpSpPr>
          <p:grpSp>
            <p:nvGrpSpPr>
              <p:cNvPr id="1054" name="Google Shape;1054;p65"/>
              <p:cNvGrpSpPr/>
              <p:nvPr/>
            </p:nvGrpSpPr>
            <p:grpSpPr>
              <a:xfrm>
                <a:off x="5380497" y="383100"/>
                <a:ext cx="187974" cy="130800"/>
                <a:chOff x="4804925" y="764100"/>
                <a:chExt cx="187974" cy="130800"/>
              </a:xfrm>
            </p:grpSpPr>
            <p:sp>
              <p:nvSpPr>
                <p:cNvPr id="1055" name="Google Shape;1055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56" name="Google Shape;1056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057" name="Google Shape;1057;p65"/>
              <p:cNvGrpSpPr/>
              <p:nvPr/>
            </p:nvGrpSpPr>
            <p:grpSpPr>
              <a:xfrm>
                <a:off x="5382151" y="822110"/>
                <a:ext cx="187974" cy="130800"/>
                <a:chOff x="4804925" y="764100"/>
                <a:chExt cx="187974" cy="130800"/>
              </a:xfrm>
            </p:grpSpPr>
            <p:sp>
              <p:nvSpPr>
                <p:cNvPr id="1058" name="Google Shape;1058;p65"/>
                <p:cNvSpPr/>
                <p:nvPr/>
              </p:nvSpPr>
              <p:spPr>
                <a:xfrm>
                  <a:off x="4856699" y="764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59" name="Google Shape;1059;p65"/>
                <p:cNvSpPr/>
                <p:nvPr/>
              </p:nvSpPr>
              <p:spPr>
                <a:xfrm>
                  <a:off x="4804925" y="811200"/>
                  <a:ext cx="61800" cy="3660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</p:grpSp>
      <p:sp>
        <p:nvSpPr>
          <p:cNvPr id="1060" name="Google Shape;1060;p65"/>
          <p:cNvSpPr txBox="1"/>
          <p:nvPr>
            <p:ph type="title"/>
          </p:nvPr>
        </p:nvSpPr>
        <p:spPr>
          <a:xfrm>
            <a:off x="423975" y="3065225"/>
            <a:ext cx="1758900" cy="184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cxnSp>
        <p:nvCxnSpPr>
          <p:cNvPr id="1061" name="Google Shape;1061;p65"/>
          <p:cNvCxnSpPr/>
          <p:nvPr/>
        </p:nvCxnSpPr>
        <p:spPr>
          <a:xfrm>
            <a:off x="249750" y="-22275"/>
            <a:ext cx="0" cy="51774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2" name="Google Shape;1062;p65"/>
          <p:cNvCxnSpPr/>
          <p:nvPr/>
        </p:nvCxnSpPr>
        <p:spPr>
          <a:xfrm>
            <a:off x="177000" y="-14750"/>
            <a:ext cx="0" cy="51582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3" name="Google Shape;1063;p65"/>
          <p:cNvSpPr txBox="1"/>
          <p:nvPr>
            <p:ph idx="2" type="title"/>
          </p:nvPr>
        </p:nvSpPr>
        <p:spPr>
          <a:xfrm>
            <a:off x="2802725" y="492300"/>
            <a:ext cx="24657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0" sz="1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1064" name="Google Shape;1064;p65"/>
          <p:cNvSpPr txBox="1"/>
          <p:nvPr>
            <p:ph idx="3" type="body"/>
          </p:nvPr>
        </p:nvSpPr>
        <p:spPr>
          <a:xfrm>
            <a:off x="6214525" y="1001400"/>
            <a:ext cx="2465700" cy="13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065" name="Google Shape;1065;p65"/>
          <p:cNvSpPr txBox="1"/>
          <p:nvPr>
            <p:ph idx="4" type="title"/>
          </p:nvPr>
        </p:nvSpPr>
        <p:spPr>
          <a:xfrm>
            <a:off x="6214750" y="492300"/>
            <a:ext cx="24657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0" sz="1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1066" name="Google Shape;1066;p65"/>
          <p:cNvSpPr txBox="1"/>
          <p:nvPr>
            <p:ph idx="5" type="body"/>
          </p:nvPr>
        </p:nvSpPr>
        <p:spPr>
          <a:xfrm>
            <a:off x="2802500" y="3442350"/>
            <a:ext cx="2465700" cy="13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067" name="Google Shape;1067;p65"/>
          <p:cNvSpPr txBox="1"/>
          <p:nvPr>
            <p:ph idx="6" type="title"/>
          </p:nvPr>
        </p:nvSpPr>
        <p:spPr>
          <a:xfrm>
            <a:off x="2802725" y="2933250"/>
            <a:ext cx="24657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0" sz="1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1068" name="Google Shape;1068;p65"/>
          <p:cNvSpPr txBox="1"/>
          <p:nvPr>
            <p:ph idx="7" type="body"/>
          </p:nvPr>
        </p:nvSpPr>
        <p:spPr>
          <a:xfrm>
            <a:off x="6214525" y="3442350"/>
            <a:ext cx="2465700" cy="13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069" name="Google Shape;1069;p65"/>
          <p:cNvSpPr txBox="1"/>
          <p:nvPr>
            <p:ph idx="8" type="title"/>
          </p:nvPr>
        </p:nvSpPr>
        <p:spPr>
          <a:xfrm>
            <a:off x="6214750" y="2933250"/>
            <a:ext cx="2465700" cy="4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0" sz="1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pen Agenda 1">
  <p:cSld name="BLANK_1_1_1_1_1_1_1_1_1_3">
    <p:bg>
      <p:bgPr>
        <a:solidFill>
          <a:schemeClr val="lt1"/>
        </a:solidFill>
      </p:bgPr>
    </p:bg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66"/>
          <p:cNvSpPr/>
          <p:nvPr/>
        </p:nvSpPr>
        <p:spPr>
          <a:xfrm>
            <a:off x="995475" y="201175"/>
            <a:ext cx="7341600" cy="4557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72" name="Google Shape;1072;p66"/>
          <p:cNvSpPr/>
          <p:nvPr/>
        </p:nvSpPr>
        <p:spPr>
          <a:xfrm>
            <a:off x="1128250" y="276575"/>
            <a:ext cx="7108800" cy="4517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73" name="Google Shape;1073;p66"/>
          <p:cNvSpPr/>
          <p:nvPr/>
        </p:nvSpPr>
        <p:spPr>
          <a:xfrm>
            <a:off x="4407875" y="312925"/>
            <a:ext cx="3729600" cy="4517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74" name="Google Shape;1074;p66"/>
          <p:cNvSpPr/>
          <p:nvPr/>
        </p:nvSpPr>
        <p:spPr>
          <a:xfrm>
            <a:off x="1217200" y="312875"/>
            <a:ext cx="3165000" cy="4517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075" name="Google Shape;1075;p66"/>
          <p:cNvGrpSpPr/>
          <p:nvPr/>
        </p:nvGrpSpPr>
        <p:grpSpPr>
          <a:xfrm>
            <a:off x="1211779" y="312875"/>
            <a:ext cx="3165000" cy="4517700"/>
            <a:chOff x="1211779" y="312875"/>
            <a:chExt cx="3165000" cy="4517700"/>
          </a:xfrm>
        </p:grpSpPr>
        <p:cxnSp>
          <p:nvCxnSpPr>
            <p:cNvPr id="1076" name="Google Shape;1076;p66"/>
            <p:cNvCxnSpPr/>
            <p:nvPr/>
          </p:nvCxnSpPr>
          <p:spPr>
            <a:xfrm>
              <a:off x="3624778" y="312875"/>
              <a:ext cx="0" cy="45177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77" name="Google Shape;1077;p66"/>
            <p:cNvCxnSpPr/>
            <p:nvPr/>
          </p:nvCxnSpPr>
          <p:spPr>
            <a:xfrm>
              <a:off x="4031178" y="312875"/>
              <a:ext cx="0" cy="45177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078" name="Google Shape;1078;p66"/>
            <p:cNvGrpSpPr/>
            <p:nvPr/>
          </p:nvGrpSpPr>
          <p:grpSpPr>
            <a:xfrm>
              <a:off x="1211779" y="312875"/>
              <a:ext cx="3165000" cy="4517700"/>
              <a:chOff x="462650" y="259175"/>
              <a:chExt cx="3165000" cy="4517700"/>
            </a:xfrm>
          </p:grpSpPr>
          <p:cxnSp>
            <p:nvCxnSpPr>
              <p:cNvPr id="1079" name="Google Shape;1079;p66"/>
              <p:cNvCxnSpPr/>
              <p:nvPr/>
            </p:nvCxnSpPr>
            <p:spPr>
              <a:xfrm>
                <a:off x="843650" y="259175"/>
                <a:ext cx="0" cy="45177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0" name="Google Shape;1080;p66"/>
              <p:cNvCxnSpPr/>
              <p:nvPr/>
            </p:nvCxnSpPr>
            <p:spPr>
              <a:xfrm>
                <a:off x="1250050" y="259175"/>
                <a:ext cx="0" cy="45177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1" name="Google Shape;1081;p66"/>
              <p:cNvCxnSpPr/>
              <p:nvPr/>
            </p:nvCxnSpPr>
            <p:spPr>
              <a:xfrm>
                <a:off x="1656450" y="259175"/>
                <a:ext cx="0" cy="45177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2" name="Google Shape;1082;p66"/>
              <p:cNvCxnSpPr/>
              <p:nvPr/>
            </p:nvCxnSpPr>
            <p:spPr>
              <a:xfrm>
                <a:off x="2062850" y="259175"/>
                <a:ext cx="0" cy="45177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3" name="Google Shape;1083;p66"/>
              <p:cNvCxnSpPr/>
              <p:nvPr/>
            </p:nvCxnSpPr>
            <p:spPr>
              <a:xfrm>
                <a:off x="2469250" y="259175"/>
                <a:ext cx="0" cy="45177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4" name="Google Shape;1084;p66"/>
              <p:cNvCxnSpPr/>
              <p:nvPr/>
            </p:nvCxnSpPr>
            <p:spPr>
              <a:xfrm>
                <a:off x="462650" y="674900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5" name="Google Shape;1085;p66"/>
              <p:cNvCxnSpPr/>
              <p:nvPr/>
            </p:nvCxnSpPr>
            <p:spPr>
              <a:xfrm>
                <a:off x="462650" y="1075858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6" name="Google Shape;1086;p66"/>
              <p:cNvCxnSpPr/>
              <p:nvPr/>
            </p:nvCxnSpPr>
            <p:spPr>
              <a:xfrm>
                <a:off x="462650" y="1476817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7" name="Google Shape;1087;p66"/>
              <p:cNvCxnSpPr/>
              <p:nvPr/>
            </p:nvCxnSpPr>
            <p:spPr>
              <a:xfrm>
                <a:off x="462650" y="1877775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8" name="Google Shape;1088;p66"/>
              <p:cNvCxnSpPr/>
              <p:nvPr/>
            </p:nvCxnSpPr>
            <p:spPr>
              <a:xfrm>
                <a:off x="462650" y="2278733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89" name="Google Shape;1089;p66"/>
              <p:cNvCxnSpPr/>
              <p:nvPr/>
            </p:nvCxnSpPr>
            <p:spPr>
              <a:xfrm>
                <a:off x="462650" y="2679692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90" name="Google Shape;1090;p66"/>
              <p:cNvCxnSpPr/>
              <p:nvPr/>
            </p:nvCxnSpPr>
            <p:spPr>
              <a:xfrm>
                <a:off x="462650" y="3080650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91" name="Google Shape;1091;p66"/>
              <p:cNvCxnSpPr/>
              <p:nvPr/>
            </p:nvCxnSpPr>
            <p:spPr>
              <a:xfrm>
                <a:off x="462650" y="3481608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92" name="Google Shape;1092;p66"/>
              <p:cNvCxnSpPr/>
              <p:nvPr/>
            </p:nvCxnSpPr>
            <p:spPr>
              <a:xfrm>
                <a:off x="462650" y="3882567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93" name="Google Shape;1093;p66"/>
              <p:cNvCxnSpPr/>
              <p:nvPr/>
            </p:nvCxnSpPr>
            <p:spPr>
              <a:xfrm>
                <a:off x="462650" y="4283525"/>
                <a:ext cx="3165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grpSp>
        <p:nvGrpSpPr>
          <p:cNvPr id="1094" name="Google Shape;1094;p66"/>
          <p:cNvGrpSpPr/>
          <p:nvPr/>
        </p:nvGrpSpPr>
        <p:grpSpPr>
          <a:xfrm>
            <a:off x="4222205" y="390105"/>
            <a:ext cx="366115" cy="4334807"/>
            <a:chOff x="3473077" y="259175"/>
            <a:chExt cx="366115" cy="4334807"/>
          </a:xfrm>
        </p:grpSpPr>
        <p:grpSp>
          <p:nvGrpSpPr>
            <p:cNvPr id="1095" name="Google Shape;1095;p66"/>
            <p:cNvGrpSpPr/>
            <p:nvPr/>
          </p:nvGrpSpPr>
          <p:grpSpPr>
            <a:xfrm rot="10800000">
              <a:off x="3473077" y="259175"/>
              <a:ext cx="184470" cy="4334807"/>
              <a:chOff x="5380497" y="383100"/>
              <a:chExt cx="189628" cy="4456010"/>
            </a:xfrm>
          </p:grpSpPr>
          <p:grpSp>
            <p:nvGrpSpPr>
              <p:cNvPr id="1096" name="Google Shape;1096;p66"/>
              <p:cNvGrpSpPr/>
              <p:nvPr/>
            </p:nvGrpSpPr>
            <p:grpSpPr>
              <a:xfrm>
                <a:off x="5380497" y="383100"/>
                <a:ext cx="189628" cy="981668"/>
                <a:chOff x="5380497" y="383100"/>
                <a:chExt cx="189628" cy="981668"/>
              </a:xfrm>
            </p:grpSpPr>
            <p:grpSp>
              <p:nvGrpSpPr>
                <p:cNvPr id="1097" name="Google Shape;1097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098" name="Google Shape;1098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099" name="Google Shape;1099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00" name="Google Shape;1100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01" name="Google Shape;1101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02" name="Google Shape;1102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03" name="Google Shape;1103;p66"/>
                <p:cNvGrpSpPr/>
                <p:nvPr/>
              </p:nvGrpSpPr>
              <p:grpSpPr>
                <a:xfrm>
                  <a:off x="5382151" y="1233968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04" name="Google Shape;1104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05" name="Google Shape;1105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  <p:grpSp>
            <p:nvGrpSpPr>
              <p:cNvPr id="1106" name="Google Shape;1106;p66"/>
              <p:cNvGrpSpPr/>
              <p:nvPr/>
            </p:nvGrpSpPr>
            <p:grpSpPr>
              <a:xfrm>
                <a:off x="5380497" y="1678500"/>
                <a:ext cx="189628" cy="981668"/>
                <a:chOff x="5380497" y="383100"/>
                <a:chExt cx="189628" cy="981668"/>
              </a:xfrm>
            </p:grpSpPr>
            <p:grpSp>
              <p:nvGrpSpPr>
                <p:cNvPr id="1107" name="Google Shape;1107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08" name="Google Shape;1108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09" name="Google Shape;1109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10" name="Google Shape;1110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11" name="Google Shape;1111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12" name="Google Shape;1112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13" name="Google Shape;1113;p66"/>
                <p:cNvGrpSpPr/>
                <p:nvPr/>
              </p:nvGrpSpPr>
              <p:grpSpPr>
                <a:xfrm>
                  <a:off x="5382151" y="1233968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14" name="Google Shape;1114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15" name="Google Shape;1115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  <p:grpSp>
            <p:nvGrpSpPr>
              <p:cNvPr id="1116" name="Google Shape;1116;p66"/>
              <p:cNvGrpSpPr/>
              <p:nvPr/>
            </p:nvGrpSpPr>
            <p:grpSpPr>
              <a:xfrm>
                <a:off x="5380497" y="2973900"/>
                <a:ext cx="189628" cy="981668"/>
                <a:chOff x="5380497" y="383100"/>
                <a:chExt cx="189628" cy="981668"/>
              </a:xfrm>
            </p:grpSpPr>
            <p:grpSp>
              <p:nvGrpSpPr>
                <p:cNvPr id="1117" name="Google Shape;1117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18" name="Google Shape;1118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19" name="Google Shape;1119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20" name="Google Shape;1120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21" name="Google Shape;1121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22" name="Google Shape;1122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23" name="Google Shape;1123;p66"/>
                <p:cNvGrpSpPr/>
                <p:nvPr/>
              </p:nvGrpSpPr>
              <p:grpSpPr>
                <a:xfrm>
                  <a:off x="5382151" y="1233968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24" name="Google Shape;1124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25" name="Google Shape;1125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  <p:grpSp>
            <p:nvGrpSpPr>
              <p:cNvPr id="1126" name="Google Shape;1126;p66"/>
              <p:cNvGrpSpPr/>
              <p:nvPr/>
            </p:nvGrpSpPr>
            <p:grpSpPr>
              <a:xfrm>
                <a:off x="5380497" y="4269300"/>
                <a:ext cx="189628" cy="569810"/>
                <a:chOff x="5380497" y="383100"/>
                <a:chExt cx="189628" cy="569810"/>
              </a:xfrm>
            </p:grpSpPr>
            <p:grpSp>
              <p:nvGrpSpPr>
                <p:cNvPr id="1127" name="Google Shape;1127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28" name="Google Shape;1128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29" name="Google Shape;1129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30" name="Google Shape;1130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31" name="Google Shape;1131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32" name="Google Shape;1132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</p:grpSp>
        <p:grpSp>
          <p:nvGrpSpPr>
            <p:cNvPr id="1133" name="Google Shape;1133;p66"/>
            <p:cNvGrpSpPr/>
            <p:nvPr/>
          </p:nvGrpSpPr>
          <p:grpSpPr>
            <a:xfrm flipH="1" rot="10800000">
              <a:off x="3654721" y="259175"/>
              <a:ext cx="184470" cy="4334807"/>
              <a:chOff x="5380497" y="383100"/>
              <a:chExt cx="189628" cy="4456010"/>
            </a:xfrm>
          </p:grpSpPr>
          <p:grpSp>
            <p:nvGrpSpPr>
              <p:cNvPr id="1134" name="Google Shape;1134;p66"/>
              <p:cNvGrpSpPr/>
              <p:nvPr/>
            </p:nvGrpSpPr>
            <p:grpSpPr>
              <a:xfrm>
                <a:off x="5380497" y="383100"/>
                <a:ext cx="189628" cy="981668"/>
                <a:chOff x="5380497" y="383100"/>
                <a:chExt cx="189628" cy="981668"/>
              </a:xfrm>
            </p:grpSpPr>
            <p:grpSp>
              <p:nvGrpSpPr>
                <p:cNvPr id="1135" name="Google Shape;1135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36" name="Google Shape;1136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37" name="Google Shape;1137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38" name="Google Shape;1138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39" name="Google Shape;1139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40" name="Google Shape;1140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41" name="Google Shape;1141;p66"/>
                <p:cNvGrpSpPr/>
                <p:nvPr/>
              </p:nvGrpSpPr>
              <p:grpSpPr>
                <a:xfrm>
                  <a:off x="5382151" y="1233968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42" name="Google Shape;1142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43" name="Google Shape;1143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  <p:grpSp>
            <p:nvGrpSpPr>
              <p:cNvPr id="1144" name="Google Shape;1144;p66"/>
              <p:cNvGrpSpPr/>
              <p:nvPr/>
            </p:nvGrpSpPr>
            <p:grpSpPr>
              <a:xfrm>
                <a:off x="5380497" y="1678500"/>
                <a:ext cx="189628" cy="981668"/>
                <a:chOff x="5380497" y="383100"/>
                <a:chExt cx="189628" cy="981668"/>
              </a:xfrm>
            </p:grpSpPr>
            <p:grpSp>
              <p:nvGrpSpPr>
                <p:cNvPr id="1145" name="Google Shape;1145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46" name="Google Shape;1146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47" name="Google Shape;1147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48" name="Google Shape;1148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49" name="Google Shape;1149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50" name="Google Shape;1150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51" name="Google Shape;1151;p66"/>
                <p:cNvGrpSpPr/>
                <p:nvPr/>
              </p:nvGrpSpPr>
              <p:grpSpPr>
                <a:xfrm>
                  <a:off x="5382151" y="1233968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52" name="Google Shape;1152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53" name="Google Shape;1153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  <p:grpSp>
            <p:nvGrpSpPr>
              <p:cNvPr id="1154" name="Google Shape;1154;p66"/>
              <p:cNvGrpSpPr/>
              <p:nvPr/>
            </p:nvGrpSpPr>
            <p:grpSpPr>
              <a:xfrm>
                <a:off x="5380497" y="2973900"/>
                <a:ext cx="189628" cy="981668"/>
                <a:chOff x="5380497" y="383100"/>
                <a:chExt cx="189628" cy="981668"/>
              </a:xfrm>
            </p:grpSpPr>
            <p:grpSp>
              <p:nvGrpSpPr>
                <p:cNvPr id="1155" name="Google Shape;1155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56" name="Google Shape;1156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57" name="Google Shape;1157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58" name="Google Shape;1158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59" name="Google Shape;1159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60" name="Google Shape;1160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61" name="Google Shape;1161;p66"/>
                <p:cNvGrpSpPr/>
                <p:nvPr/>
              </p:nvGrpSpPr>
              <p:grpSpPr>
                <a:xfrm>
                  <a:off x="5382151" y="1233968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62" name="Google Shape;1162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63" name="Google Shape;1163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  <p:grpSp>
            <p:nvGrpSpPr>
              <p:cNvPr id="1164" name="Google Shape;1164;p66"/>
              <p:cNvGrpSpPr/>
              <p:nvPr/>
            </p:nvGrpSpPr>
            <p:grpSpPr>
              <a:xfrm>
                <a:off x="5380497" y="4269300"/>
                <a:ext cx="189628" cy="569810"/>
                <a:chOff x="5380497" y="383100"/>
                <a:chExt cx="189628" cy="569810"/>
              </a:xfrm>
            </p:grpSpPr>
            <p:grpSp>
              <p:nvGrpSpPr>
                <p:cNvPr id="1165" name="Google Shape;1165;p66"/>
                <p:cNvGrpSpPr/>
                <p:nvPr/>
              </p:nvGrpSpPr>
              <p:grpSpPr>
                <a:xfrm>
                  <a:off x="5380497" y="38310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66" name="Google Shape;1166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67" name="Google Shape;1167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168" name="Google Shape;1168;p66"/>
                <p:cNvGrpSpPr/>
                <p:nvPr/>
              </p:nvGrpSpPr>
              <p:grpSpPr>
                <a:xfrm>
                  <a:off x="5382151" y="822110"/>
                  <a:ext cx="187974" cy="130800"/>
                  <a:chOff x="4804925" y="764100"/>
                  <a:chExt cx="187974" cy="130800"/>
                </a:xfrm>
              </p:grpSpPr>
              <p:sp>
                <p:nvSpPr>
                  <p:cNvPr id="1169" name="Google Shape;1169;p66"/>
                  <p:cNvSpPr/>
                  <p:nvPr/>
                </p:nvSpPr>
                <p:spPr>
                  <a:xfrm>
                    <a:off x="4856699" y="764100"/>
                    <a:ext cx="136200" cy="130800"/>
                  </a:xfrm>
                  <a:prstGeom prst="ellipse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170" name="Google Shape;1170;p66"/>
                  <p:cNvSpPr/>
                  <p:nvPr/>
                </p:nvSpPr>
                <p:spPr>
                  <a:xfrm>
                    <a:off x="4804925" y="811200"/>
                    <a:ext cx="61800" cy="366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ctr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</p:grpSp>
        </p:grpSp>
      </p:grpSp>
      <p:sp>
        <p:nvSpPr>
          <p:cNvPr id="1171" name="Google Shape;1171;p66"/>
          <p:cNvSpPr txBox="1"/>
          <p:nvPr>
            <p:ph idx="1" type="body"/>
          </p:nvPr>
        </p:nvSpPr>
        <p:spPr>
          <a:xfrm rot="-199678">
            <a:off x="1297246" y="1801757"/>
            <a:ext cx="2123982" cy="2187983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172" name="Google Shape;1172;p66"/>
          <p:cNvSpPr txBox="1"/>
          <p:nvPr>
            <p:ph type="title"/>
          </p:nvPr>
        </p:nvSpPr>
        <p:spPr>
          <a:xfrm rot="-197254">
            <a:off x="1212945" y="1184617"/>
            <a:ext cx="2123895" cy="4958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73" name="Google Shape;1173;p66"/>
          <p:cNvSpPr txBox="1"/>
          <p:nvPr>
            <p:ph idx="2" type="title"/>
          </p:nvPr>
        </p:nvSpPr>
        <p:spPr>
          <a:xfrm>
            <a:off x="6254525" y="1962475"/>
            <a:ext cx="1636200" cy="357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b="0" sz="1200"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9pPr>
          </a:lstStyle>
          <a:p/>
        </p:txBody>
      </p:sp>
      <p:sp>
        <p:nvSpPr>
          <p:cNvPr id="1174" name="Google Shape;1174;p66"/>
          <p:cNvSpPr txBox="1"/>
          <p:nvPr>
            <p:ph idx="3" type="body"/>
          </p:nvPr>
        </p:nvSpPr>
        <p:spPr>
          <a:xfrm>
            <a:off x="6254350" y="2353130"/>
            <a:ext cx="1636200" cy="778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175" name="Google Shape;1175;p66"/>
          <p:cNvSpPr txBox="1"/>
          <p:nvPr>
            <p:ph idx="4" type="title"/>
          </p:nvPr>
        </p:nvSpPr>
        <p:spPr>
          <a:xfrm>
            <a:off x="6254525" y="3292150"/>
            <a:ext cx="1636200" cy="35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b="0" sz="1200"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 sz="1200">
                <a:latin typeface="Manrope ExtraBold"/>
                <a:ea typeface="Manrope ExtraBold"/>
                <a:cs typeface="Manrope ExtraBold"/>
                <a:sym typeface="Manrope ExtraBold"/>
              </a:defRPr>
            </a:lvl9pPr>
          </a:lstStyle>
          <a:p/>
        </p:txBody>
      </p:sp>
      <p:sp>
        <p:nvSpPr>
          <p:cNvPr id="1176" name="Google Shape;1176;p66"/>
          <p:cNvSpPr txBox="1"/>
          <p:nvPr>
            <p:ph idx="5" type="body"/>
          </p:nvPr>
        </p:nvSpPr>
        <p:spPr>
          <a:xfrm>
            <a:off x="6254350" y="3682816"/>
            <a:ext cx="1636200" cy="778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177" name="Google Shape;1177;p66"/>
          <p:cNvSpPr txBox="1"/>
          <p:nvPr>
            <p:ph idx="6" type="title"/>
          </p:nvPr>
        </p:nvSpPr>
        <p:spPr>
          <a:xfrm>
            <a:off x="4844275" y="2277100"/>
            <a:ext cx="1363200" cy="43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9pPr>
          </a:lstStyle>
          <a:p/>
        </p:txBody>
      </p:sp>
      <p:sp>
        <p:nvSpPr>
          <p:cNvPr id="1178" name="Google Shape;1178;p66"/>
          <p:cNvSpPr txBox="1"/>
          <p:nvPr>
            <p:ph idx="7" type="subTitle"/>
          </p:nvPr>
        </p:nvSpPr>
        <p:spPr>
          <a:xfrm>
            <a:off x="4844325" y="2702150"/>
            <a:ext cx="1363200" cy="2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>
              <a:spcBef>
                <a:spcPts val="800"/>
              </a:spcBef>
              <a:spcAft>
                <a:spcPts val="8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1179" name="Google Shape;1179;p66"/>
          <p:cNvSpPr txBox="1"/>
          <p:nvPr>
            <p:ph idx="8" type="title"/>
          </p:nvPr>
        </p:nvSpPr>
        <p:spPr>
          <a:xfrm>
            <a:off x="4844275" y="3581862"/>
            <a:ext cx="1363200" cy="43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nton"/>
              <a:buNone/>
              <a:defRPr/>
            </a:lvl9pPr>
          </a:lstStyle>
          <a:p/>
        </p:txBody>
      </p:sp>
      <p:sp>
        <p:nvSpPr>
          <p:cNvPr id="1180" name="Google Shape;1180;p66"/>
          <p:cNvSpPr txBox="1"/>
          <p:nvPr>
            <p:ph idx="9" type="subTitle"/>
          </p:nvPr>
        </p:nvSpPr>
        <p:spPr>
          <a:xfrm>
            <a:off x="4844325" y="4006913"/>
            <a:ext cx="1363200" cy="2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>
              <a:spcBef>
                <a:spcPts val="800"/>
              </a:spcBef>
              <a:spcAft>
                <a:spcPts val="8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1181" name="Google Shape;1181;p66"/>
          <p:cNvSpPr txBox="1"/>
          <p:nvPr>
            <p:ph idx="13" type="body"/>
          </p:nvPr>
        </p:nvSpPr>
        <p:spPr>
          <a:xfrm>
            <a:off x="4831275" y="508775"/>
            <a:ext cx="3005100" cy="125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arterly Goal">
  <p:cSld name="CUSTOM_1_1_3_1_2">
    <p:spTree>
      <p:nvGrpSpPr>
        <p:cNvPr id="1182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3" name="Google Shape;1183;p67"/>
          <p:cNvGrpSpPr/>
          <p:nvPr/>
        </p:nvGrpSpPr>
        <p:grpSpPr>
          <a:xfrm>
            <a:off x="392964" y="576950"/>
            <a:ext cx="8764835" cy="4114800"/>
            <a:chOff x="374175" y="576950"/>
            <a:chExt cx="8783280" cy="4114800"/>
          </a:xfrm>
        </p:grpSpPr>
        <p:cxnSp>
          <p:nvCxnSpPr>
            <p:cNvPr id="1184" name="Google Shape;1184;p67"/>
            <p:cNvCxnSpPr/>
            <p:nvPr/>
          </p:nvCxnSpPr>
          <p:spPr>
            <a:xfrm>
              <a:off x="374175" y="576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5" name="Google Shape;1185;p67"/>
            <p:cNvCxnSpPr/>
            <p:nvPr/>
          </p:nvCxnSpPr>
          <p:spPr>
            <a:xfrm>
              <a:off x="380655" y="1110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6" name="Google Shape;1186;p67"/>
            <p:cNvCxnSpPr/>
            <p:nvPr/>
          </p:nvCxnSpPr>
          <p:spPr>
            <a:xfrm>
              <a:off x="380655" y="1643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7" name="Google Shape;1187;p67"/>
            <p:cNvCxnSpPr/>
            <p:nvPr/>
          </p:nvCxnSpPr>
          <p:spPr>
            <a:xfrm>
              <a:off x="380655" y="2100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8" name="Google Shape;1188;p67"/>
            <p:cNvCxnSpPr/>
            <p:nvPr/>
          </p:nvCxnSpPr>
          <p:spPr>
            <a:xfrm>
              <a:off x="380655" y="2634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9" name="Google Shape;1189;p67"/>
            <p:cNvCxnSpPr/>
            <p:nvPr/>
          </p:nvCxnSpPr>
          <p:spPr>
            <a:xfrm>
              <a:off x="380655" y="3167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0" name="Google Shape;1190;p67"/>
            <p:cNvCxnSpPr/>
            <p:nvPr/>
          </p:nvCxnSpPr>
          <p:spPr>
            <a:xfrm>
              <a:off x="380655" y="3624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1" name="Google Shape;1191;p67"/>
            <p:cNvCxnSpPr/>
            <p:nvPr/>
          </p:nvCxnSpPr>
          <p:spPr>
            <a:xfrm>
              <a:off x="380655" y="4158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2" name="Google Shape;1192;p67"/>
            <p:cNvCxnSpPr/>
            <p:nvPr/>
          </p:nvCxnSpPr>
          <p:spPr>
            <a:xfrm>
              <a:off x="380655" y="4691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193" name="Google Shape;1193;p67"/>
          <p:cNvSpPr txBox="1"/>
          <p:nvPr>
            <p:ph idx="1" type="subTitle"/>
          </p:nvPr>
        </p:nvSpPr>
        <p:spPr>
          <a:xfrm>
            <a:off x="3063300" y="413950"/>
            <a:ext cx="2445000" cy="91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4" name="Google Shape;1194;p67"/>
          <p:cNvSpPr txBox="1"/>
          <p:nvPr>
            <p:ph type="title"/>
          </p:nvPr>
        </p:nvSpPr>
        <p:spPr>
          <a:xfrm>
            <a:off x="513300" y="419950"/>
            <a:ext cx="26415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9pPr>
          </a:lstStyle>
          <a:p/>
        </p:txBody>
      </p:sp>
      <p:sp>
        <p:nvSpPr>
          <p:cNvPr id="1195" name="Google Shape;1195;p67"/>
          <p:cNvSpPr txBox="1"/>
          <p:nvPr>
            <p:ph idx="2" type="title"/>
          </p:nvPr>
        </p:nvSpPr>
        <p:spPr>
          <a:xfrm>
            <a:off x="1060026" y="1816375"/>
            <a:ext cx="2181900" cy="23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1196" name="Google Shape;1196;p67"/>
          <p:cNvSpPr txBox="1"/>
          <p:nvPr>
            <p:ph idx="3" type="body"/>
          </p:nvPr>
        </p:nvSpPr>
        <p:spPr>
          <a:xfrm>
            <a:off x="1059900" y="2124925"/>
            <a:ext cx="2181900" cy="363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197" name="Google Shape;1197;p67"/>
          <p:cNvSpPr txBox="1"/>
          <p:nvPr>
            <p:ph idx="4" type="title"/>
          </p:nvPr>
        </p:nvSpPr>
        <p:spPr>
          <a:xfrm rot="132356">
            <a:off x="955546" y="2826529"/>
            <a:ext cx="2182317" cy="236571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1198" name="Google Shape;1198;p67"/>
          <p:cNvSpPr txBox="1"/>
          <p:nvPr>
            <p:ph idx="5" type="body"/>
          </p:nvPr>
        </p:nvSpPr>
        <p:spPr>
          <a:xfrm rot="132356">
            <a:off x="941064" y="3134798"/>
            <a:ext cx="2182317" cy="363274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199" name="Google Shape;1199;p67"/>
          <p:cNvSpPr txBox="1"/>
          <p:nvPr>
            <p:ph idx="6" type="title"/>
          </p:nvPr>
        </p:nvSpPr>
        <p:spPr>
          <a:xfrm>
            <a:off x="980676" y="3873125"/>
            <a:ext cx="2181900" cy="23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1200" name="Google Shape;1200;p67"/>
          <p:cNvSpPr txBox="1"/>
          <p:nvPr>
            <p:ph idx="7" type="body"/>
          </p:nvPr>
        </p:nvSpPr>
        <p:spPr>
          <a:xfrm>
            <a:off x="980550" y="4181675"/>
            <a:ext cx="2181900" cy="363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201" name="Google Shape;1201;p67"/>
          <p:cNvSpPr txBox="1"/>
          <p:nvPr>
            <p:ph idx="8" type="title"/>
          </p:nvPr>
        </p:nvSpPr>
        <p:spPr>
          <a:xfrm rot="126099">
            <a:off x="4508764" y="2120094"/>
            <a:ext cx="1766989" cy="23626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1202" name="Google Shape;1202;p67"/>
          <p:cNvSpPr txBox="1"/>
          <p:nvPr>
            <p:ph idx="9" type="body"/>
          </p:nvPr>
        </p:nvSpPr>
        <p:spPr>
          <a:xfrm rot="125772">
            <a:off x="4492678" y="2428187"/>
            <a:ext cx="1763380" cy="499236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203" name="Google Shape;1203;p67"/>
          <p:cNvSpPr txBox="1"/>
          <p:nvPr>
            <p:ph idx="13" type="title"/>
          </p:nvPr>
        </p:nvSpPr>
        <p:spPr>
          <a:xfrm>
            <a:off x="7140350" y="2580150"/>
            <a:ext cx="1377000" cy="39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1204" name="Google Shape;1204;p67"/>
          <p:cNvSpPr txBox="1"/>
          <p:nvPr>
            <p:ph idx="14" type="body"/>
          </p:nvPr>
        </p:nvSpPr>
        <p:spPr>
          <a:xfrm>
            <a:off x="7142825" y="3047175"/>
            <a:ext cx="1377000" cy="827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205" name="Google Shape;1205;p67"/>
          <p:cNvSpPr txBox="1"/>
          <p:nvPr>
            <p:ph idx="15" type="title"/>
          </p:nvPr>
        </p:nvSpPr>
        <p:spPr>
          <a:xfrm>
            <a:off x="4505150" y="3400100"/>
            <a:ext cx="1725000" cy="23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sz="1000">
                <a:latin typeface="Manrope"/>
                <a:ea typeface="Manrope"/>
                <a:cs typeface="Manrope"/>
                <a:sym typeface="Manrope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nrope"/>
              <a:buNone/>
              <a:defRPr b="1" sz="1000"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1206" name="Google Shape;1206;p67"/>
          <p:cNvSpPr txBox="1"/>
          <p:nvPr>
            <p:ph idx="16" type="body"/>
          </p:nvPr>
        </p:nvSpPr>
        <p:spPr>
          <a:xfrm>
            <a:off x="4505025" y="3708650"/>
            <a:ext cx="1725000" cy="527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Background Title">
  <p:cSld name="CUSTOM_1_1_1_1_1_2">
    <p:bg>
      <p:bgPr>
        <a:solidFill>
          <a:schemeClr val="accent3"/>
        </a:solidFill>
      </p:bgPr>
    </p:bg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68"/>
          <p:cNvSpPr/>
          <p:nvPr/>
        </p:nvSpPr>
        <p:spPr>
          <a:xfrm rot="10800000">
            <a:off x="7960900" y="-13950"/>
            <a:ext cx="1192200" cy="11982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209" name="Google Shape;1209;p68"/>
          <p:cNvSpPr/>
          <p:nvPr/>
        </p:nvSpPr>
        <p:spPr>
          <a:xfrm>
            <a:off x="7735575" y="-10150"/>
            <a:ext cx="1428750" cy="1320800"/>
          </a:xfrm>
          <a:custGeom>
            <a:rect b="b" l="l" r="r" t="t"/>
            <a:pathLst>
              <a:path extrusionOk="0" h="52832" w="57150">
                <a:moveTo>
                  <a:pt x="4572" y="0"/>
                </a:moveTo>
                <a:lnTo>
                  <a:pt x="0" y="51308"/>
                </a:lnTo>
                <a:lnTo>
                  <a:pt x="57150" y="52832"/>
                </a:lnTo>
                <a:lnTo>
                  <a:pt x="57150" y="47752"/>
                </a:lnTo>
                <a:lnTo>
                  <a:pt x="91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1210" name="Google Shape;1210;p68"/>
          <p:cNvSpPr txBox="1"/>
          <p:nvPr>
            <p:ph type="title"/>
          </p:nvPr>
        </p:nvSpPr>
        <p:spPr>
          <a:xfrm>
            <a:off x="508875" y="1998400"/>
            <a:ext cx="6149700" cy="18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0"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9pPr>
          </a:lstStyle>
          <a:p/>
        </p:txBody>
      </p:sp>
      <p:sp>
        <p:nvSpPr>
          <p:cNvPr id="1211" name="Google Shape;1211;p68"/>
          <p:cNvSpPr txBox="1"/>
          <p:nvPr>
            <p:ph idx="1" type="body"/>
          </p:nvPr>
        </p:nvSpPr>
        <p:spPr>
          <a:xfrm>
            <a:off x="508950" y="3845575"/>
            <a:ext cx="4499700" cy="86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212" name="Google Shape;1212;p68"/>
          <p:cNvSpPr txBox="1"/>
          <p:nvPr>
            <p:ph idx="2" type="subTitle"/>
          </p:nvPr>
        </p:nvSpPr>
        <p:spPr>
          <a:xfrm rot="-252596">
            <a:off x="5199023" y="3875031"/>
            <a:ext cx="1487514" cy="689167"/>
          </a:xfrm>
          <a:prstGeom prst="rect">
            <a:avLst/>
          </a:prstGeom>
        </p:spPr>
        <p:txBody>
          <a:bodyPr anchorCtr="0" anchor="ctr" bIns="91425" lIns="182875" spcFirstLastPara="1" rIns="18287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/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 b="1" sz="1000"/>
            </a:lvl2pPr>
            <a:lvl3pPr lvl="2" algn="ctr">
              <a:spcBef>
                <a:spcPts val="800"/>
              </a:spcBef>
              <a:spcAft>
                <a:spcPts val="0"/>
              </a:spcAft>
              <a:buSzPts val="1000"/>
              <a:buNone/>
              <a:defRPr b="1" sz="1000"/>
            </a:lvl3pPr>
            <a:lvl4pPr lvl="3" algn="ctr">
              <a:spcBef>
                <a:spcPts val="800"/>
              </a:spcBef>
              <a:spcAft>
                <a:spcPts val="0"/>
              </a:spcAft>
              <a:buSzPts val="1000"/>
              <a:buNone/>
              <a:defRPr b="1" sz="1000"/>
            </a:lvl4pPr>
            <a:lvl5pPr lvl="4" algn="ctr">
              <a:spcBef>
                <a:spcPts val="800"/>
              </a:spcBef>
              <a:spcAft>
                <a:spcPts val="0"/>
              </a:spcAft>
              <a:buSzPts val="1000"/>
              <a:buNone/>
              <a:defRPr b="1" sz="1000"/>
            </a:lvl5pPr>
            <a:lvl6pPr lvl="5" algn="ctr">
              <a:spcBef>
                <a:spcPts val="800"/>
              </a:spcBef>
              <a:spcAft>
                <a:spcPts val="0"/>
              </a:spcAft>
              <a:buSzPts val="1000"/>
              <a:buNone/>
              <a:defRPr b="1" sz="1000"/>
            </a:lvl6pPr>
            <a:lvl7pPr lvl="6" algn="ctr">
              <a:spcBef>
                <a:spcPts val="800"/>
              </a:spcBef>
              <a:spcAft>
                <a:spcPts val="0"/>
              </a:spcAft>
              <a:buSzPts val="1000"/>
              <a:buNone/>
              <a:defRPr b="1" sz="1000"/>
            </a:lvl7pPr>
            <a:lvl8pPr lvl="7" algn="ctr">
              <a:spcBef>
                <a:spcPts val="800"/>
              </a:spcBef>
              <a:spcAft>
                <a:spcPts val="0"/>
              </a:spcAft>
              <a:buSzPts val="1000"/>
              <a:buNone/>
              <a:defRPr b="1" sz="1000"/>
            </a:lvl8pPr>
            <a:lvl9pPr lvl="8" algn="ctr">
              <a:spcBef>
                <a:spcPts val="800"/>
              </a:spcBef>
              <a:spcAft>
                <a:spcPts val="800"/>
              </a:spcAft>
              <a:buSzPts val="1000"/>
              <a:buNone/>
              <a:defRPr b="1" sz="1000"/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Notes with dark background">
  <p:cSld name="CUSTOM_1_1_1_4">
    <p:bg>
      <p:bgPr>
        <a:solidFill>
          <a:schemeClr val="lt1"/>
        </a:solidFill>
      </p:bgPr>
    </p:bg>
    <p:spTree>
      <p:nvGrpSpPr>
        <p:cNvPr id="1213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69"/>
          <p:cNvSpPr/>
          <p:nvPr/>
        </p:nvSpPr>
        <p:spPr>
          <a:xfrm>
            <a:off x="8352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215" name="Google Shape;1215;p69"/>
          <p:cNvSpPr/>
          <p:nvPr/>
        </p:nvSpPr>
        <p:spPr>
          <a:xfrm>
            <a:off x="32736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216" name="Google Shape;1216;p69"/>
          <p:cNvSpPr/>
          <p:nvPr/>
        </p:nvSpPr>
        <p:spPr>
          <a:xfrm>
            <a:off x="57120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217" name="Google Shape;1217;p69"/>
          <p:cNvSpPr/>
          <p:nvPr/>
        </p:nvSpPr>
        <p:spPr>
          <a:xfrm>
            <a:off x="8150400" y="149400"/>
            <a:ext cx="158400" cy="158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218" name="Google Shape;1218;p69"/>
          <p:cNvCxnSpPr/>
          <p:nvPr/>
        </p:nvCxnSpPr>
        <p:spPr>
          <a:xfrm>
            <a:off x="0" y="457191"/>
            <a:ext cx="9140400" cy="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9" name="Google Shape;1219;p69"/>
          <p:cNvCxnSpPr/>
          <p:nvPr/>
        </p:nvCxnSpPr>
        <p:spPr>
          <a:xfrm>
            <a:off x="0" y="524791"/>
            <a:ext cx="9140400" cy="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0" name="Google Shape;1220;p69"/>
          <p:cNvSpPr txBox="1"/>
          <p:nvPr>
            <p:ph type="title"/>
          </p:nvPr>
        </p:nvSpPr>
        <p:spPr>
          <a:xfrm>
            <a:off x="2563250" y="1900525"/>
            <a:ext cx="1767000" cy="11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1000">
                <a:solidFill>
                  <a:schemeClr val="dk1"/>
                </a:solidFill>
                <a:latin typeface="Manrope SemiBold"/>
                <a:ea typeface="Manrope SemiBold"/>
                <a:cs typeface="Manrope SemiBold"/>
                <a:sym typeface="Manrope SemiBold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21" name="Google Shape;1221;p69"/>
          <p:cNvSpPr txBox="1"/>
          <p:nvPr>
            <p:ph idx="2" type="title"/>
          </p:nvPr>
        </p:nvSpPr>
        <p:spPr>
          <a:xfrm rot="-261567">
            <a:off x="710939" y="1685986"/>
            <a:ext cx="1847044" cy="1173986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sp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  <a:latin typeface="Manrope SemiBold"/>
                <a:ea typeface="Manrope SemiBold"/>
                <a:cs typeface="Manrope SemiBold"/>
                <a:sym typeface="Manrope SemiBold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22" name="Google Shape;1222;p69"/>
          <p:cNvSpPr txBox="1"/>
          <p:nvPr>
            <p:ph idx="3" type="title"/>
          </p:nvPr>
        </p:nvSpPr>
        <p:spPr>
          <a:xfrm rot="520">
            <a:off x="4330173" y="1683025"/>
            <a:ext cx="1981500" cy="13107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  <a:latin typeface="Manrope SemiBold"/>
                <a:ea typeface="Manrope SemiBold"/>
                <a:cs typeface="Manrope SemiBold"/>
                <a:sym typeface="Manrope SemiBold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23" name="Google Shape;1223;p69"/>
          <p:cNvSpPr txBox="1"/>
          <p:nvPr>
            <p:ph idx="4" type="title"/>
          </p:nvPr>
        </p:nvSpPr>
        <p:spPr>
          <a:xfrm rot="158281">
            <a:off x="6392594" y="1886282"/>
            <a:ext cx="1981500" cy="1310588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  <a:latin typeface="Manrope SemiBold"/>
                <a:ea typeface="Manrope SemiBold"/>
                <a:cs typeface="Manrope SemiBold"/>
                <a:sym typeface="Manrope SemiBold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24" name="Google Shape;1224;p69"/>
          <p:cNvSpPr txBox="1"/>
          <p:nvPr>
            <p:ph idx="5" type="title"/>
          </p:nvPr>
        </p:nvSpPr>
        <p:spPr>
          <a:xfrm rot="-204021">
            <a:off x="3560217" y="3689616"/>
            <a:ext cx="1608432" cy="681005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  <a:defRPr b="1" sz="12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and Subtitle - Alt 1">
  <p:cSld name="CUSTOM_1_1_3_1_3">
    <p:spTree>
      <p:nvGrpSpPr>
        <p:cNvPr id="1225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6" name="Google Shape;1226;p70"/>
          <p:cNvGrpSpPr/>
          <p:nvPr/>
        </p:nvGrpSpPr>
        <p:grpSpPr>
          <a:xfrm>
            <a:off x="392964" y="576950"/>
            <a:ext cx="8764835" cy="4114800"/>
            <a:chOff x="374175" y="576950"/>
            <a:chExt cx="8783280" cy="4114800"/>
          </a:xfrm>
        </p:grpSpPr>
        <p:cxnSp>
          <p:nvCxnSpPr>
            <p:cNvPr id="1227" name="Google Shape;1227;p70"/>
            <p:cNvCxnSpPr/>
            <p:nvPr/>
          </p:nvCxnSpPr>
          <p:spPr>
            <a:xfrm>
              <a:off x="374175" y="576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8" name="Google Shape;1228;p70"/>
            <p:cNvCxnSpPr/>
            <p:nvPr/>
          </p:nvCxnSpPr>
          <p:spPr>
            <a:xfrm>
              <a:off x="380655" y="1110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9" name="Google Shape;1229;p70"/>
            <p:cNvCxnSpPr/>
            <p:nvPr/>
          </p:nvCxnSpPr>
          <p:spPr>
            <a:xfrm>
              <a:off x="380655" y="1643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30" name="Google Shape;1230;p70"/>
            <p:cNvCxnSpPr/>
            <p:nvPr/>
          </p:nvCxnSpPr>
          <p:spPr>
            <a:xfrm>
              <a:off x="380655" y="2100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31" name="Google Shape;1231;p70"/>
            <p:cNvCxnSpPr/>
            <p:nvPr/>
          </p:nvCxnSpPr>
          <p:spPr>
            <a:xfrm>
              <a:off x="380655" y="2634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32" name="Google Shape;1232;p70"/>
            <p:cNvCxnSpPr/>
            <p:nvPr/>
          </p:nvCxnSpPr>
          <p:spPr>
            <a:xfrm>
              <a:off x="380655" y="3167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33" name="Google Shape;1233;p70"/>
            <p:cNvCxnSpPr/>
            <p:nvPr/>
          </p:nvCxnSpPr>
          <p:spPr>
            <a:xfrm>
              <a:off x="380655" y="36249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34" name="Google Shape;1234;p70"/>
            <p:cNvCxnSpPr/>
            <p:nvPr/>
          </p:nvCxnSpPr>
          <p:spPr>
            <a:xfrm>
              <a:off x="380655" y="41583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35" name="Google Shape;1235;p70"/>
            <p:cNvCxnSpPr/>
            <p:nvPr/>
          </p:nvCxnSpPr>
          <p:spPr>
            <a:xfrm>
              <a:off x="380655" y="4691750"/>
              <a:ext cx="8776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1236" name="Google Shape;1236;p70"/>
          <p:cNvCxnSpPr/>
          <p:nvPr/>
        </p:nvCxnSpPr>
        <p:spPr>
          <a:xfrm>
            <a:off x="392950" y="-20266"/>
            <a:ext cx="0" cy="51657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7" name="Google Shape;1237;p70"/>
          <p:cNvGrpSpPr/>
          <p:nvPr/>
        </p:nvGrpSpPr>
        <p:grpSpPr>
          <a:xfrm>
            <a:off x="114421" y="175123"/>
            <a:ext cx="134104" cy="4750255"/>
            <a:chOff x="114421" y="175123"/>
            <a:chExt cx="134104" cy="4750255"/>
          </a:xfrm>
        </p:grpSpPr>
        <p:grpSp>
          <p:nvGrpSpPr>
            <p:cNvPr id="1238" name="Google Shape;1238;p70"/>
            <p:cNvGrpSpPr/>
            <p:nvPr/>
          </p:nvGrpSpPr>
          <p:grpSpPr>
            <a:xfrm>
              <a:off x="114421" y="175123"/>
              <a:ext cx="134104" cy="4334807"/>
              <a:chOff x="5432271" y="383100"/>
              <a:chExt cx="137854" cy="4456010"/>
            </a:xfrm>
          </p:grpSpPr>
          <p:grpSp>
            <p:nvGrpSpPr>
              <p:cNvPr id="1239" name="Google Shape;1239;p70"/>
              <p:cNvGrpSpPr/>
              <p:nvPr/>
            </p:nvGrpSpPr>
            <p:grpSpPr>
              <a:xfrm>
                <a:off x="5432271" y="383100"/>
                <a:ext cx="137854" cy="981668"/>
                <a:chOff x="5432271" y="383100"/>
                <a:chExt cx="137854" cy="981668"/>
              </a:xfrm>
            </p:grpSpPr>
            <p:sp>
              <p:nvSpPr>
                <p:cNvPr id="1240" name="Google Shape;1240;p70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241" name="Google Shape;1241;p70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242" name="Google Shape;1242;p70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243" name="Google Shape;1243;p70"/>
              <p:cNvGrpSpPr/>
              <p:nvPr/>
            </p:nvGrpSpPr>
            <p:grpSpPr>
              <a:xfrm>
                <a:off x="5432271" y="1678500"/>
                <a:ext cx="137854" cy="981668"/>
                <a:chOff x="5432271" y="383100"/>
                <a:chExt cx="137854" cy="981668"/>
              </a:xfrm>
            </p:grpSpPr>
            <p:sp>
              <p:nvSpPr>
                <p:cNvPr id="1244" name="Google Shape;1244;p70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245" name="Google Shape;1245;p70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246" name="Google Shape;1246;p70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247" name="Google Shape;1247;p70"/>
              <p:cNvGrpSpPr/>
              <p:nvPr/>
            </p:nvGrpSpPr>
            <p:grpSpPr>
              <a:xfrm>
                <a:off x="5432271" y="2973900"/>
                <a:ext cx="137854" cy="981668"/>
                <a:chOff x="5432271" y="383100"/>
                <a:chExt cx="137854" cy="981668"/>
              </a:xfrm>
            </p:grpSpPr>
            <p:sp>
              <p:nvSpPr>
                <p:cNvPr id="1248" name="Google Shape;1248;p70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249" name="Google Shape;1249;p70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250" name="Google Shape;1250;p70"/>
                <p:cNvSpPr/>
                <p:nvPr/>
              </p:nvSpPr>
              <p:spPr>
                <a:xfrm>
                  <a:off x="5433925" y="1233968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1251" name="Google Shape;1251;p70"/>
              <p:cNvGrpSpPr/>
              <p:nvPr/>
            </p:nvGrpSpPr>
            <p:grpSpPr>
              <a:xfrm>
                <a:off x="5432271" y="4269300"/>
                <a:ext cx="137854" cy="569810"/>
                <a:chOff x="5432271" y="383100"/>
                <a:chExt cx="137854" cy="569810"/>
              </a:xfrm>
            </p:grpSpPr>
            <p:sp>
              <p:nvSpPr>
                <p:cNvPr id="1252" name="Google Shape;1252;p70"/>
                <p:cNvSpPr/>
                <p:nvPr/>
              </p:nvSpPr>
              <p:spPr>
                <a:xfrm>
                  <a:off x="5432271" y="38310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253" name="Google Shape;1253;p70"/>
                <p:cNvSpPr/>
                <p:nvPr/>
              </p:nvSpPr>
              <p:spPr>
                <a:xfrm>
                  <a:off x="5433925" y="822110"/>
                  <a:ext cx="136200" cy="130800"/>
                </a:xfrm>
                <a:prstGeom prst="ellipse">
                  <a:avLst/>
                </a:prstGeom>
                <a:solidFill>
                  <a:schemeClr val="accent5"/>
                </a:solidFill>
                <a:ln cap="flat" cmpd="sng" w="9525">
                  <a:solidFill>
                    <a:schemeClr val="accent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sp>
          <p:nvSpPr>
            <p:cNvPr id="1254" name="Google Shape;1254;p70"/>
            <p:cNvSpPr/>
            <p:nvPr/>
          </p:nvSpPr>
          <p:spPr>
            <a:xfrm>
              <a:off x="115150" y="4798178"/>
              <a:ext cx="132600" cy="1272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55" name="Google Shape;1255;p70"/>
          <p:cNvSpPr txBox="1"/>
          <p:nvPr>
            <p:ph idx="1" type="subTitle"/>
          </p:nvPr>
        </p:nvSpPr>
        <p:spPr>
          <a:xfrm>
            <a:off x="3063300" y="413950"/>
            <a:ext cx="2445000" cy="91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6" name="Google Shape;1256;p70"/>
          <p:cNvSpPr txBox="1"/>
          <p:nvPr>
            <p:ph type="title"/>
          </p:nvPr>
        </p:nvSpPr>
        <p:spPr>
          <a:xfrm>
            <a:off x="513300" y="419950"/>
            <a:ext cx="26415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7" name="Google Shape;1257;p70"/>
          <p:cNvSpPr txBox="1"/>
          <p:nvPr>
            <p:ph idx="2" type="subTitle"/>
          </p:nvPr>
        </p:nvSpPr>
        <p:spPr>
          <a:xfrm>
            <a:off x="1541800" y="1729550"/>
            <a:ext cx="7863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800"/>
              </a:spcBef>
              <a:spcAft>
                <a:spcPts val="800"/>
              </a:spcAft>
              <a:buSzPts val="1200"/>
              <a:buNone/>
              <a:defRPr/>
            </a:lvl9pPr>
          </a:lstStyle>
          <a:p/>
        </p:txBody>
      </p:sp>
      <p:sp>
        <p:nvSpPr>
          <p:cNvPr id="1258" name="Google Shape;1258;p70"/>
          <p:cNvSpPr txBox="1"/>
          <p:nvPr>
            <p:ph idx="3" type="subTitle"/>
          </p:nvPr>
        </p:nvSpPr>
        <p:spPr>
          <a:xfrm>
            <a:off x="3423025" y="1729550"/>
            <a:ext cx="7863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800"/>
              </a:spcBef>
              <a:spcAft>
                <a:spcPts val="800"/>
              </a:spcAft>
              <a:buSzPts val="1200"/>
              <a:buNone/>
              <a:defRPr/>
            </a:lvl9pPr>
          </a:lstStyle>
          <a:p/>
        </p:txBody>
      </p:sp>
      <p:sp>
        <p:nvSpPr>
          <p:cNvPr id="1259" name="Google Shape;1259;p70"/>
          <p:cNvSpPr txBox="1"/>
          <p:nvPr>
            <p:ph idx="4" type="subTitle"/>
          </p:nvPr>
        </p:nvSpPr>
        <p:spPr>
          <a:xfrm>
            <a:off x="5307725" y="1729550"/>
            <a:ext cx="7863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800"/>
              </a:spcBef>
              <a:spcAft>
                <a:spcPts val="800"/>
              </a:spcAft>
              <a:buSzPts val="1200"/>
              <a:buNone/>
              <a:defRPr/>
            </a:lvl9pPr>
          </a:lstStyle>
          <a:p/>
        </p:txBody>
      </p:sp>
      <p:sp>
        <p:nvSpPr>
          <p:cNvPr id="1260" name="Google Shape;1260;p70"/>
          <p:cNvSpPr txBox="1"/>
          <p:nvPr>
            <p:ph idx="5" type="subTitle"/>
          </p:nvPr>
        </p:nvSpPr>
        <p:spPr>
          <a:xfrm>
            <a:off x="7170900" y="1729575"/>
            <a:ext cx="7863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Manrope ExtraBold"/>
              <a:buNone/>
              <a:defRPr>
                <a:latin typeface="Manrope ExtraBold"/>
                <a:ea typeface="Manrope ExtraBold"/>
                <a:cs typeface="Manrope ExtraBold"/>
                <a:sym typeface="Manrope ExtraBold"/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80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800"/>
              </a:spcBef>
              <a:spcAft>
                <a:spcPts val="800"/>
              </a:spcAft>
              <a:buSzPts val="1200"/>
              <a:buNone/>
              <a:defRPr/>
            </a:lvl9pPr>
          </a:lstStyle>
          <a:p/>
        </p:txBody>
      </p:sp>
      <p:sp>
        <p:nvSpPr>
          <p:cNvPr id="1261" name="Google Shape;1261;p70"/>
          <p:cNvSpPr txBox="1"/>
          <p:nvPr>
            <p:ph idx="6" type="body"/>
          </p:nvPr>
        </p:nvSpPr>
        <p:spPr>
          <a:xfrm>
            <a:off x="1304475" y="3171988"/>
            <a:ext cx="1371600" cy="6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262" name="Google Shape;1262;p70"/>
          <p:cNvSpPr txBox="1"/>
          <p:nvPr>
            <p:ph idx="7" type="body"/>
          </p:nvPr>
        </p:nvSpPr>
        <p:spPr>
          <a:xfrm>
            <a:off x="3130375" y="3171988"/>
            <a:ext cx="1371600" cy="6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263" name="Google Shape;1263;p70"/>
          <p:cNvSpPr txBox="1"/>
          <p:nvPr>
            <p:ph idx="8" type="body"/>
          </p:nvPr>
        </p:nvSpPr>
        <p:spPr>
          <a:xfrm>
            <a:off x="4980275" y="3171988"/>
            <a:ext cx="1371600" cy="6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  <p:sp>
        <p:nvSpPr>
          <p:cNvPr id="1264" name="Google Shape;1264;p70"/>
          <p:cNvSpPr txBox="1"/>
          <p:nvPr>
            <p:ph idx="9" type="body"/>
          </p:nvPr>
        </p:nvSpPr>
        <p:spPr>
          <a:xfrm>
            <a:off x="6878250" y="3171988"/>
            <a:ext cx="1371600" cy="6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●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SzPts val="1000"/>
              <a:buFont typeface="Manrope Medium"/>
              <a:buChar char="○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SzPts val="1000"/>
              <a:buFont typeface="Manrope Medium"/>
              <a:buChar char="■"/>
              <a:defRPr sz="1000">
                <a:latin typeface="Manrope Medium"/>
                <a:ea typeface="Manrope Medium"/>
                <a:cs typeface="Manrope Medium"/>
                <a:sym typeface="Manrop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265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7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67" name="Google Shape;1267;p7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p7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1270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p7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72" name="Google Shape;1272;p7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1273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p7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75" name="Google Shape;1275;p7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76" name="Google Shape;1276;p7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277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7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1279" name="Shape 1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Google Shape;1280;p7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81" name="Google Shape;1281;p76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1282" name="Shape 1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Google Shape;1283;p7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7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286" name="Google Shape;1286;p7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87" name="Google Shape;1287;p7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7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1290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8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92" name="Google Shape;1292;p8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293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1294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p82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96" name="Google Shape;1296;p82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97" name="Google Shape;1297;p82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98" name="Google Shape;1298;p82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99" name="Google Shape;1299;p82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00" name="Google Shape;1300;p82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01" name="Google Shape;1301;p82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1302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04" name="Google Shape;1304;p83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05" name="Google Shape;1305;p83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1306" name="Shape 1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Google Shape;1307;p8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08" name="Google Shape;1308;p84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09" name="Google Shape;1309;p84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10" name="Google Shape;1310;p84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11" name="Google Shape;1311;p84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1312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p85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14" name="Google Shape;1314;p85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15" name="Google Shape;1315;p8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16" name="Google Shape;1316;p85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17" name="Google Shape;1317;p85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18" name="Google Shape;1318;p85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19" name="Google Shape;1319;p85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1320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8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22" name="Google Shape;1322;p8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1323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p8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25" name="Google Shape;1325;p8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326" name="Google Shape;1326;p8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327" name="Google Shape;1327;p8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28" name="Google Shape;1328;p8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29" name="Google Shape;1329;p8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30" name="Google Shape;1330;p8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1331" name="Shape 1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Google Shape;1332;p8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33" name="Google Shape;1333;p8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334" name="Google Shape;1334;p8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335" name="Google Shape;1335;p8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36" name="Google Shape;1336;p8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337" name="Google Shape;1337;p8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38" name="Google Shape;1338;p8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39" name="Google Shape;1339;p8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40" name="Google Shape;1340;p8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41" name="Google Shape;1341;p8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1342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p8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1344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p9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46" name="Google Shape;1346;p9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47" name="Google Shape;1347;p9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48" name="Google Shape;1348;p9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49" name="Google Shape;1349;p9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50" name="Google Shape;1350;p9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51" name="Google Shape;1351;p9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52" name="Google Shape;1352;p9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53" name="Google Shape;1353;p9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54" name="Google Shape;1354;p9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theme" Target="../theme/theme1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87.xml"/><Relationship Id="rId4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67.xml"/><Relationship Id="rId44" Type="http://schemas.openxmlformats.org/officeDocument/2006/relationships/theme" Target="../theme/theme3.xml"/><Relationship Id="rId21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69.xml"/><Relationship Id="rId23" Type="http://schemas.openxmlformats.org/officeDocument/2006/relationships/slideLayout" Target="../slideLayouts/slideLayout68.xml"/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26" Type="http://schemas.openxmlformats.org/officeDocument/2006/relationships/slideLayout" Target="../slideLayouts/slideLayout71.xml"/><Relationship Id="rId25" Type="http://schemas.openxmlformats.org/officeDocument/2006/relationships/slideLayout" Target="../slideLayouts/slideLayout70.xml"/><Relationship Id="rId28" Type="http://schemas.openxmlformats.org/officeDocument/2006/relationships/slideLayout" Target="../slideLayouts/slideLayout73.xml"/><Relationship Id="rId27" Type="http://schemas.openxmlformats.org/officeDocument/2006/relationships/slideLayout" Target="../slideLayouts/slideLayout72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29" Type="http://schemas.openxmlformats.org/officeDocument/2006/relationships/slideLayout" Target="../slideLayouts/slideLayout74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31" Type="http://schemas.openxmlformats.org/officeDocument/2006/relationships/slideLayout" Target="../slideLayouts/slideLayout76.xml"/><Relationship Id="rId3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58.xml"/><Relationship Id="rId35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57.xml"/><Relationship Id="rId3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60.xml"/><Relationship Id="rId37" Type="http://schemas.openxmlformats.org/officeDocument/2006/relationships/slideLayout" Target="../slideLayouts/slideLayout82.xml"/><Relationship Id="rId14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62.xml"/><Relationship Id="rId39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61.xml"/><Relationship Id="rId3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64.xml"/><Relationship Id="rId18" Type="http://schemas.openxmlformats.org/officeDocument/2006/relationships/slideLayout" Target="../slideLayouts/slideLayout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25975" y="445025"/>
            <a:ext cx="7692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Golos Text"/>
              <a:buNone/>
              <a:defRPr b="1" sz="35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25975" y="1152475"/>
            <a:ext cx="7692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7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●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○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■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●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○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■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●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Char char="○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Manrope"/>
              <a:buChar char="■"/>
              <a:defRPr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  <p:sp>
        <p:nvSpPr>
          <p:cNvPr id="346" name="Google Shape;346;p47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1"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29" r:id="rId37"/>
    <p:sldLayoutId id="2147483730" r:id="rId38"/>
    <p:sldLayoutId id="2147483731" r:id="rId39"/>
    <p:sldLayoutId id="2147483732" r:id="rId40"/>
    <p:sldLayoutId id="2147483733" r:id="rId41"/>
    <p:sldLayoutId id="2147483734" r:id="rId42"/>
    <p:sldLayoutId id="2147483735" r:id="rId4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26">
          <p15:clr>
            <a:srgbClr val="E46962"/>
          </p15:clr>
        </p15:guide>
        <p15:guide id="10" pos="4285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8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p91"/>
          <p:cNvSpPr txBox="1"/>
          <p:nvPr>
            <p:ph type="ctrTitle"/>
          </p:nvPr>
        </p:nvSpPr>
        <p:spPr>
          <a:xfrm>
            <a:off x="0" y="1517125"/>
            <a:ext cx="9189300" cy="121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300"/>
              <a:t>The Public Perception of AI </a:t>
            </a:r>
            <a:endParaRPr sz="5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Focusing on Work and Education</a:t>
            </a:r>
            <a:endParaRPr sz="7900"/>
          </a:p>
        </p:txBody>
      </p:sp>
      <p:sp>
        <p:nvSpPr>
          <p:cNvPr id="1360" name="Google Shape;1360;p91"/>
          <p:cNvSpPr txBox="1"/>
          <p:nvPr>
            <p:ph idx="1" type="subTitle"/>
          </p:nvPr>
        </p:nvSpPr>
        <p:spPr>
          <a:xfrm>
            <a:off x="2659800" y="3307347"/>
            <a:ext cx="3869700" cy="370500"/>
          </a:xfrm>
          <a:prstGeom prst="rect">
            <a:avLst/>
          </a:prstGeom>
          <a:solidFill>
            <a:schemeClr val="accent5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Hanning and Isabella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1361" name="Google Shape;1361;p91"/>
          <p:cNvGrpSpPr/>
          <p:nvPr/>
        </p:nvGrpSpPr>
        <p:grpSpPr>
          <a:xfrm>
            <a:off x="7707856" y="3921728"/>
            <a:ext cx="1174219" cy="940253"/>
            <a:chOff x="7599131" y="3133090"/>
            <a:chExt cx="1174219" cy="940253"/>
          </a:xfrm>
        </p:grpSpPr>
        <p:sp>
          <p:nvSpPr>
            <p:cNvPr id="1362" name="Google Shape;1362;p91"/>
            <p:cNvSpPr/>
            <p:nvPr/>
          </p:nvSpPr>
          <p:spPr>
            <a:xfrm flipH="1" rot="358386">
              <a:off x="7639400" y="3187739"/>
              <a:ext cx="1093680" cy="830955"/>
            </a:xfrm>
            <a:custGeom>
              <a:rect b="b" l="l" r="r" t="t"/>
              <a:pathLst>
                <a:path extrusionOk="0" h="9289" w="12225">
                  <a:moveTo>
                    <a:pt x="1551" y="0"/>
                  </a:moveTo>
                  <a:cubicBezTo>
                    <a:pt x="697" y="0"/>
                    <a:pt x="0" y="698"/>
                    <a:pt x="0" y="1551"/>
                  </a:cubicBezTo>
                  <a:lnTo>
                    <a:pt x="0" y="5015"/>
                  </a:lnTo>
                  <a:cubicBezTo>
                    <a:pt x="0" y="5868"/>
                    <a:pt x="697" y="6566"/>
                    <a:pt x="1551" y="6566"/>
                  </a:cubicBezTo>
                  <a:lnTo>
                    <a:pt x="7384" y="6566"/>
                  </a:lnTo>
                  <a:lnTo>
                    <a:pt x="10984" y="9289"/>
                  </a:lnTo>
                  <a:lnTo>
                    <a:pt x="10245" y="6566"/>
                  </a:lnTo>
                  <a:lnTo>
                    <a:pt x="10674" y="6566"/>
                  </a:lnTo>
                  <a:cubicBezTo>
                    <a:pt x="11526" y="6566"/>
                    <a:pt x="12225" y="5867"/>
                    <a:pt x="12225" y="5015"/>
                  </a:cubicBezTo>
                  <a:lnTo>
                    <a:pt x="12225" y="1551"/>
                  </a:lnTo>
                  <a:cubicBezTo>
                    <a:pt x="12225" y="698"/>
                    <a:pt x="11526" y="0"/>
                    <a:pt x="10674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63" name="Google Shape;1363;p91"/>
            <p:cNvGrpSpPr/>
            <p:nvPr/>
          </p:nvGrpSpPr>
          <p:grpSpPr>
            <a:xfrm flipH="1" rot="358386">
              <a:off x="7639350" y="3191912"/>
              <a:ext cx="1093770" cy="822635"/>
              <a:chOff x="3946050" y="181125"/>
              <a:chExt cx="839376" cy="631351"/>
            </a:xfrm>
          </p:grpSpPr>
          <p:sp>
            <p:nvSpPr>
              <p:cNvPr id="1364" name="Google Shape;1364;p91"/>
              <p:cNvSpPr/>
              <p:nvPr/>
            </p:nvSpPr>
            <p:spPr>
              <a:xfrm>
                <a:off x="3946050" y="181125"/>
                <a:ext cx="839376" cy="450789"/>
              </a:xfrm>
              <a:custGeom>
                <a:rect b="b" l="l" r="r" t="t"/>
                <a:pathLst>
                  <a:path extrusionOk="0" h="6566" w="12226">
                    <a:moveTo>
                      <a:pt x="1552" y="0"/>
                    </a:moveTo>
                    <a:cubicBezTo>
                      <a:pt x="699" y="0"/>
                      <a:pt x="1" y="698"/>
                      <a:pt x="1" y="1551"/>
                    </a:cubicBezTo>
                    <a:lnTo>
                      <a:pt x="1" y="5015"/>
                    </a:lnTo>
                    <a:cubicBezTo>
                      <a:pt x="1" y="5867"/>
                      <a:pt x="699" y="6566"/>
                      <a:pt x="1552" y="6566"/>
                    </a:cubicBezTo>
                    <a:lnTo>
                      <a:pt x="10675" y="6566"/>
                    </a:lnTo>
                    <a:cubicBezTo>
                      <a:pt x="11528" y="6566"/>
                      <a:pt x="12226" y="5867"/>
                      <a:pt x="12226" y="5015"/>
                    </a:cubicBezTo>
                    <a:lnTo>
                      <a:pt x="12226" y="1551"/>
                    </a:lnTo>
                    <a:cubicBezTo>
                      <a:pt x="12226" y="698"/>
                      <a:pt x="11528" y="0"/>
                      <a:pt x="1067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5" name="Google Shape;1365;p91"/>
              <p:cNvSpPr/>
              <p:nvPr/>
            </p:nvSpPr>
            <p:spPr>
              <a:xfrm>
                <a:off x="4453014" y="625460"/>
                <a:ext cx="247364" cy="187016"/>
              </a:xfrm>
              <a:custGeom>
                <a:rect b="b" l="l" r="r" t="t"/>
                <a:pathLst>
                  <a:path extrusionOk="0" h="2724" w="3603">
                    <a:moveTo>
                      <a:pt x="1" y="1"/>
                    </a:moveTo>
                    <a:lnTo>
                      <a:pt x="3602" y="2724"/>
                    </a:lnTo>
                    <a:lnTo>
                      <a:pt x="286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6" name="Google Shape;1366;p91"/>
              <p:cNvSpPr/>
              <p:nvPr/>
            </p:nvSpPr>
            <p:spPr>
              <a:xfrm>
                <a:off x="4031185" y="388743"/>
                <a:ext cx="669180" cy="35632"/>
              </a:xfrm>
              <a:custGeom>
                <a:rect b="b" l="l" r="r" t="t"/>
                <a:pathLst>
                  <a:path extrusionOk="0" h="519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59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1"/>
                      <a:pt x="9746" y="259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7" name="Google Shape;1367;p91"/>
              <p:cNvSpPr/>
              <p:nvPr/>
            </p:nvSpPr>
            <p:spPr>
              <a:xfrm>
                <a:off x="4031185" y="281982"/>
                <a:ext cx="669180" cy="35632"/>
              </a:xfrm>
              <a:custGeom>
                <a:rect b="b" l="l" r="r" t="t"/>
                <a:pathLst>
                  <a:path extrusionOk="0" h="519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60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2"/>
                      <a:pt x="9746" y="260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8" name="Google Shape;1368;p91"/>
              <p:cNvSpPr/>
              <p:nvPr/>
            </p:nvSpPr>
            <p:spPr>
              <a:xfrm>
                <a:off x="4031185" y="495436"/>
                <a:ext cx="669180" cy="35563"/>
              </a:xfrm>
              <a:custGeom>
                <a:rect b="b" l="l" r="r" t="t"/>
                <a:pathLst>
                  <a:path extrusionOk="0" h="518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59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2"/>
                      <a:pt x="9746" y="259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69" name="Google Shape;1369;p91"/>
          <p:cNvGrpSpPr/>
          <p:nvPr/>
        </p:nvGrpSpPr>
        <p:grpSpPr>
          <a:xfrm>
            <a:off x="7605146" y="181676"/>
            <a:ext cx="812889" cy="755439"/>
            <a:chOff x="7664871" y="151651"/>
            <a:chExt cx="812889" cy="755439"/>
          </a:xfrm>
        </p:grpSpPr>
        <p:sp>
          <p:nvSpPr>
            <p:cNvPr id="1370" name="Google Shape;1370;p91"/>
            <p:cNvSpPr/>
            <p:nvPr/>
          </p:nvSpPr>
          <p:spPr>
            <a:xfrm rot="408094">
              <a:off x="7702111" y="193010"/>
              <a:ext cx="738412" cy="672722"/>
            </a:xfrm>
            <a:custGeom>
              <a:rect b="b" l="l" r="r" t="t"/>
              <a:pathLst>
                <a:path extrusionOk="0" h="5571" w="6115">
                  <a:moveTo>
                    <a:pt x="3058" y="1"/>
                  </a:moveTo>
                  <a:cubicBezTo>
                    <a:pt x="2345" y="1"/>
                    <a:pt x="1632" y="272"/>
                    <a:pt x="1089" y="816"/>
                  </a:cubicBezTo>
                  <a:cubicBezTo>
                    <a:pt x="1" y="1904"/>
                    <a:pt x="1" y="3667"/>
                    <a:pt x="1089" y="4755"/>
                  </a:cubicBezTo>
                  <a:cubicBezTo>
                    <a:pt x="1632" y="5298"/>
                    <a:pt x="2345" y="5570"/>
                    <a:pt x="3058" y="5570"/>
                  </a:cubicBezTo>
                  <a:cubicBezTo>
                    <a:pt x="3770" y="5570"/>
                    <a:pt x="4483" y="5298"/>
                    <a:pt x="5026" y="4755"/>
                  </a:cubicBezTo>
                  <a:cubicBezTo>
                    <a:pt x="6115" y="3667"/>
                    <a:pt x="6115" y="1904"/>
                    <a:pt x="5026" y="816"/>
                  </a:cubicBezTo>
                  <a:cubicBezTo>
                    <a:pt x="4483" y="272"/>
                    <a:pt x="3770" y="1"/>
                    <a:pt x="3058" y="1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71" name="Google Shape;1371;p91"/>
            <p:cNvGrpSpPr/>
            <p:nvPr/>
          </p:nvGrpSpPr>
          <p:grpSpPr>
            <a:xfrm rot="408094">
              <a:off x="7702108" y="193009"/>
              <a:ext cx="738412" cy="672722"/>
              <a:chOff x="3392500" y="181000"/>
              <a:chExt cx="700168" cy="637880"/>
            </a:xfrm>
          </p:grpSpPr>
          <p:sp>
            <p:nvSpPr>
              <p:cNvPr id="1372" name="Google Shape;1372;p91"/>
              <p:cNvSpPr/>
              <p:nvPr/>
            </p:nvSpPr>
            <p:spPr>
              <a:xfrm>
                <a:off x="3392500" y="181000"/>
                <a:ext cx="700168" cy="637880"/>
              </a:xfrm>
              <a:custGeom>
                <a:rect b="b" l="l" r="r" t="t"/>
                <a:pathLst>
                  <a:path extrusionOk="0" h="5571" w="6115">
                    <a:moveTo>
                      <a:pt x="3058" y="1"/>
                    </a:moveTo>
                    <a:cubicBezTo>
                      <a:pt x="2345" y="1"/>
                      <a:pt x="1632" y="272"/>
                      <a:pt x="1089" y="816"/>
                    </a:cubicBezTo>
                    <a:cubicBezTo>
                      <a:pt x="1" y="1904"/>
                      <a:pt x="1" y="3667"/>
                      <a:pt x="1089" y="4755"/>
                    </a:cubicBezTo>
                    <a:cubicBezTo>
                      <a:pt x="1632" y="5298"/>
                      <a:pt x="2345" y="5570"/>
                      <a:pt x="3058" y="5570"/>
                    </a:cubicBezTo>
                    <a:cubicBezTo>
                      <a:pt x="3770" y="5570"/>
                      <a:pt x="4483" y="5298"/>
                      <a:pt x="5026" y="4755"/>
                    </a:cubicBezTo>
                    <a:cubicBezTo>
                      <a:pt x="6115" y="3667"/>
                      <a:pt x="6115" y="1904"/>
                      <a:pt x="5026" y="816"/>
                    </a:cubicBezTo>
                    <a:cubicBezTo>
                      <a:pt x="4483" y="272"/>
                      <a:pt x="3770" y="1"/>
                      <a:pt x="30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" name="Google Shape;1373;p91"/>
              <p:cNvSpPr/>
              <p:nvPr/>
            </p:nvSpPr>
            <p:spPr>
              <a:xfrm>
                <a:off x="3614513" y="329391"/>
                <a:ext cx="117477" cy="341096"/>
              </a:xfrm>
              <a:custGeom>
                <a:rect b="b" l="l" r="r" t="t"/>
                <a:pathLst>
                  <a:path extrusionOk="0" h="2979" w="1026">
                    <a:moveTo>
                      <a:pt x="534" y="0"/>
                    </a:moveTo>
                    <a:lnTo>
                      <a:pt x="0" y="2979"/>
                    </a:lnTo>
                    <a:lnTo>
                      <a:pt x="492" y="2979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" name="Google Shape;1374;p91"/>
              <p:cNvSpPr/>
              <p:nvPr/>
            </p:nvSpPr>
            <p:spPr>
              <a:xfrm>
                <a:off x="3753286" y="329391"/>
                <a:ext cx="117592" cy="341096"/>
              </a:xfrm>
              <a:custGeom>
                <a:rect b="b" l="l" r="r" t="t"/>
                <a:pathLst>
                  <a:path extrusionOk="0" h="2979" w="1027">
                    <a:moveTo>
                      <a:pt x="534" y="0"/>
                    </a:moveTo>
                    <a:lnTo>
                      <a:pt x="1" y="2979"/>
                    </a:lnTo>
                    <a:lnTo>
                      <a:pt x="492" y="2979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5" name="Google Shape;1375;p91"/>
              <p:cNvSpPr/>
              <p:nvPr/>
            </p:nvSpPr>
            <p:spPr>
              <a:xfrm>
                <a:off x="3568256" y="402441"/>
                <a:ext cx="369263" cy="57250"/>
              </a:xfrm>
              <a:custGeom>
                <a:rect b="b" l="l" r="r" t="t"/>
                <a:pathLst>
                  <a:path extrusionOk="0" h="500" w="3225">
                    <a:moveTo>
                      <a:pt x="3224" y="1"/>
                    </a:moveTo>
                    <a:lnTo>
                      <a:pt x="72" y="12"/>
                    </a:lnTo>
                    <a:lnTo>
                      <a:pt x="0" y="500"/>
                    </a:lnTo>
                    <a:lnTo>
                      <a:pt x="0" y="500"/>
                    </a:lnTo>
                    <a:lnTo>
                      <a:pt x="3152" y="487"/>
                    </a:lnTo>
                    <a:lnTo>
                      <a:pt x="322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" name="Google Shape;1376;p91"/>
              <p:cNvSpPr/>
              <p:nvPr/>
            </p:nvSpPr>
            <p:spPr>
              <a:xfrm>
                <a:off x="3547875" y="540184"/>
                <a:ext cx="369263" cy="57250"/>
              </a:xfrm>
              <a:custGeom>
                <a:rect b="b" l="l" r="r" t="t"/>
                <a:pathLst>
                  <a:path extrusionOk="0" h="500" w="3225">
                    <a:moveTo>
                      <a:pt x="3224" y="0"/>
                    </a:moveTo>
                    <a:lnTo>
                      <a:pt x="72" y="12"/>
                    </a:lnTo>
                    <a:lnTo>
                      <a:pt x="0" y="500"/>
                    </a:lnTo>
                    <a:lnTo>
                      <a:pt x="3152" y="488"/>
                    </a:lnTo>
                    <a:lnTo>
                      <a:pt x="322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77" name="Google Shape;1377;p91"/>
          <p:cNvGrpSpPr/>
          <p:nvPr/>
        </p:nvGrpSpPr>
        <p:grpSpPr>
          <a:xfrm>
            <a:off x="392271" y="3307359"/>
            <a:ext cx="972273" cy="972270"/>
            <a:chOff x="392271" y="3307359"/>
            <a:chExt cx="972273" cy="972270"/>
          </a:xfrm>
        </p:grpSpPr>
        <p:sp>
          <p:nvSpPr>
            <p:cNvPr id="1378" name="Google Shape;1378;p91"/>
            <p:cNvSpPr/>
            <p:nvPr/>
          </p:nvSpPr>
          <p:spPr>
            <a:xfrm rot="-491550">
              <a:off x="449070" y="3364158"/>
              <a:ext cx="858672" cy="858672"/>
            </a:xfrm>
            <a:custGeom>
              <a:rect b="b" l="l" r="r" t="t"/>
              <a:pathLst>
                <a:path extrusionOk="0" h="14149" w="14149">
                  <a:moveTo>
                    <a:pt x="7075" y="1"/>
                  </a:moveTo>
                  <a:cubicBezTo>
                    <a:pt x="5198" y="1"/>
                    <a:pt x="3399" y="746"/>
                    <a:pt x="2073" y="2073"/>
                  </a:cubicBezTo>
                  <a:cubicBezTo>
                    <a:pt x="746" y="3400"/>
                    <a:pt x="0" y="5198"/>
                    <a:pt x="0" y="7074"/>
                  </a:cubicBezTo>
                  <a:cubicBezTo>
                    <a:pt x="0" y="8951"/>
                    <a:pt x="746" y="10750"/>
                    <a:pt x="2073" y="12076"/>
                  </a:cubicBezTo>
                  <a:cubicBezTo>
                    <a:pt x="3399" y="13403"/>
                    <a:pt x="5198" y="14149"/>
                    <a:pt x="7075" y="14149"/>
                  </a:cubicBezTo>
                  <a:cubicBezTo>
                    <a:pt x="8951" y="14149"/>
                    <a:pt x="10749" y="13403"/>
                    <a:pt x="12076" y="12076"/>
                  </a:cubicBezTo>
                  <a:cubicBezTo>
                    <a:pt x="13403" y="10750"/>
                    <a:pt x="14148" y="8951"/>
                    <a:pt x="14148" y="7074"/>
                  </a:cubicBezTo>
                  <a:cubicBezTo>
                    <a:pt x="14148" y="5198"/>
                    <a:pt x="13403" y="3400"/>
                    <a:pt x="12076" y="2073"/>
                  </a:cubicBezTo>
                  <a:cubicBezTo>
                    <a:pt x="10749" y="746"/>
                    <a:pt x="8951" y="1"/>
                    <a:pt x="7075" y="1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79" name="Google Shape;1379;p91"/>
            <p:cNvGrpSpPr/>
            <p:nvPr/>
          </p:nvGrpSpPr>
          <p:grpSpPr>
            <a:xfrm rot="-491550">
              <a:off x="449074" y="3364157"/>
              <a:ext cx="858672" cy="858672"/>
              <a:chOff x="3108675" y="83925"/>
              <a:chExt cx="858667" cy="858667"/>
            </a:xfrm>
          </p:grpSpPr>
          <p:sp>
            <p:nvSpPr>
              <p:cNvPr id="1380" name="Google Shape;1380;p91"/>
              <p:cNvSpPr/>
              <p:nvPr/>
            </p:nvSpPr>
            <p:spPr>
              <a:xfrm>
                <a:off x="3108675" y="83925"/>
                <a:ext cx="858667" cy="858667"/>
              </a:xfrm>
              <a:custGeom>
                <a:rect b="b" l="l" r="r" t="t"/>
                <a:pathLst>
                  <a:path extrusionOk="0" h="14149" w="14149">
                    <a:moveTo>
                      <a:pt x="7074" y="1"/>
                    </a:moveTo>
                    <a:cubicBezTo>
                      <a:pt x="5198" y="1"/>
                      <a:pt x="3398" y="745"/>
                      <a:pt x="2071" y="2072"/>
                    </a:cubicBezTo>
                    <a:cubicBezTo>
                      <a:pt x="745" y="3399"/>
                      <a:pt x="0" y="5198"/>
                      <a:pt x="0" y="7074"/>
                    </a:cubicBezTo>
                    <a:cubicBezTo>
                      <a:pt x="0" y="8951"/>
                      <a:pt x="745" y="10750"/>
                      <a:pt x="2071" y="12076"/>
                    </a:cubicBezTo>
                    <a:cubicBezTo>
                      <a:pt x="3398" y="13403"/>
                      <a:pt x="5198" y="14149"/>
                      <a:pt x="7074" y="14149"/>
                    </a:cubicBezTo>
                    <a:cubicBezTo>
                      <a:pt x="8949" y="14149"/>
                      <a:pt x="10749" y="13403"/>
                      <a:pt x="12076" y="12076"/>
                    </a:cubicBezTo>
                    <a:cubicBezTo>
                      <a:pt x="13402" y="10750"/>
                      <a:pt x="14148" y="8951"/>
                      <a:pt x="14148" y="7074"/>
                    </a:cubicBezTo>
                    <a:cubicBezTo>
                      <a:pt x="14148" y="5198"/>
                      <a:pt x="13402" y="3399"/>
                      <a:pt x="12076" y="2072"/>
                    </a:cubicBezTo>
                    <a:cubicBezTo>
                      <a:pt x="10749" y="745"/>
                      <a:pt x="8949" y="1"/>
                      <a:pt x="707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1" name="Google Shape;1381;p91"/>
              <p:cNvSpPr/>
              <p:nvPr/>
            </p:nvSpPr>
            <p:spPr>
              <a:xfrm>
                <a:off x="3153826" y="129015"/>
                <a:ext cx="768425" cy="768425"/>
              </a:xfrm>
              <a:custGeom>
                <a:rect b="b" l="l" r="r" t="t"/>
                <a:pathLst>
                  <a:path extrusionOk="0" h="12662" w="12662">
                    <a:moveTo>
                      <a:pt x="6331" y="0"/>
                    </a:moveTo>
                    <a:cubicBezTo>
                      <a:pt x="4652" y="0"/>
                      <a:pt x="3042" y="668"/>
                      <a:pt x="1855" y="1854"/>
                    </a:cubicBezTo>
                    <a:cubicBezTo>
                      <a:pt x="667" y="3042"/>
                      <a:pt x="1" y="4652"/>
                      <a:pt x="1" y="6331"/>
                    </a:cubicBezTo>
                    <a:cubicBezTo>
                      <a:pt x="1" y="8010"/>
                      <a:pt x="667" y="9620"/>
                      <a:pt x="1855" y="10808"/>
                    </a:cubicBezTo>
                    <a:cubicBezTo>
                      <a:pt x="3042" y="11995"/>
                      <a:pt x="4652" y="12662"/>
                      <a:pt x="6331" y="12662"/>
                    </a:cubicBezTo>
                    <a:cubicBezTo>
                      <a:pt x="8010" y="12662"/>
                      <a:pt x="9621" y="11995"/>
                      <a:pt x="10807" y="10808"/>
                    </a:cubicBezTo>
                    <a:cubicBezTo>
                      <a:pt x="11994" y="9620"/>
                      <a:pt x="12662" y="8010"/>
                      <a:pt x="12662" y="6331"/>
                    </a:cubicBezTo>
                    <a:cubicBezTo>
                      <a:pt x="12662" y="4652"/>
                      <a:pt x="11994" y="3042"/>
                      <a:pt x="10807" y="1854"/>
                    </a:cubicBezTo>
                    <a:cubicBezTo>
                      <a:pt x="9621" y="668"/>
                      <a:pt x="8010" y="0"/>
                      <a:pt x="633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" name="Google Shape;1382;p91"/>
              <p:cNvSpPr/>
              <p:nvPr/>
            </p:nvSpPr>
            <p:spPr>
              <a:xfrm>
                <a:off x="3377516" y="331950"/>
                <a:ext cx="321280" cy="380086"/>
              </a:xfrm>
              <a:custGeom>
                <a:rect b="b" l="l" r="r" t="t"/>
                <a:pathLst>
                  <a:path extrusionOk="0" h="6263" w="5294">
                    <a:moveTo>
                      <a:pt x="710" y="1"/>
                    </a:moveTo>
                    <a:cubicBezTo>
                      <a:pt x="710" y="1"/>
                      <a:pt x="675" y="1821"/>
                      <a:pt x="674" y="3213"/>
                    </a:cubicBezTo>
                    <a:cubicBezTo>
                      <a:pt x="674" y="4607"/>
                      <a:pt x="1" y="6263"/>
                      <a:pt x="2647" y="6263"/>
                    </a:cubicBezTo>
                    <a:cubicBezTo>
                      <a:pt x="5294" y="6263"/>
                      <a:pt x="4620" y="4607"/>
                      <a:pt x="4620" y="3213"/>
                    </a:cubicBezTo>
                    <a:cubicBezTo>
                      <a:pt x="4619" y="1821"/>
                      <a:pt x="4584" y="1"/>
                      <a:pt x="458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" name="Google Shape;1383;p91"/>
              <p:cNvSpPr/>
              <p:nvPr/>
            </p:nvSpPr>
            <p:spPr>
              <a:xfrm>
                <a:off x="3318650" y="526935"/>
                <a:ext cx="437011" cy="340275"/>
              </a:xfrm>
              <a:custGeom>
                <a:rect b="b" l="l" r="r" t="t"/>
                <a:pathLst>
                  <a:path extrusionOk="0" h="5607" w="7201">
                    <a:moveTo>
                      <a:pt x="3598" y="0"/>
                    </a:moveTo>
                    <a:cubicBezTo>
                      <a:pt x="3001" y="0"/>
                      <a:pt x="1352" y="206"/>
                      <a:pt x="851" y="755"/>
                    </a:cubicBezTo>
                    <a:cubicBezTo>
                      <a:pt x="608" y="1023"/>
                      <a:pt x="301" y="2716"/>
                      <a:pt x="1" y="4352"/>
                    </a:cubicBezTo>
                    <a:cubicBezTo>
                      <a:pt x="994" y="5137"/>
                      <a:pt x="2250" y="5606"/>
                      <a:pt x="3615" y="5606"/>
                    </a:cubicBezTo>
                    <a:cubicBezTo>
                      <a:pt x="4967" y="5606"/>
                      <a:pt x="6211" y="5145"/>
                      <a:pt x="7201" y="4373"/>
                    </a:cubicBezTo>
                    <a:cubicBezTo>
                      <a:pt x="6899" y="2729"/>
                      <a:pt x="6592" y="1025"/>
                      <a:pt x="6346" y="755"/>
                    </a:cubicBezTo>
                    <a:cubicBezTo>
                      <a:pt x="5845" y="206"/>
                      <a:pt x="4196" y="0"/>
                      <a:pt x="359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" name="Google Shape;1384;p91"/>
              <p:cNvSpPr/>
              <p:nvPr/>
            </p:nvSpPr>
            <p:spPr>
              <a:xfrm>
                <a:off x="3318650" y="546779"/>
                <a:ext cx="100377" cy="287902"/>
              </a:xfrm>
              <a:custGeom>
                <a:rect b="b" l="l" r="r" t="t"/>
                <a:pathLst>
                  <a:path extrusionOk="0" h="4744" w="1654">
                    <a:moveTo>
                      <a:pt x="1619" y="0"/>
                    </a:moveTo>
                    <a:cubicBezTo>
                      <a:pt x="1293" y="110"/>
                      <a:pt x="1013" y="251"/>
                      <a:pt x="851" y="428"/>
                    </a:cubicBezTo>
                    <a:cubicBezTo>
                      <a:pt x="608" y="696"/>
                      <a:pt x="301" y="2389"/>
                      <a:pt x="1" y="4025"/>
                    </a:cubicBezTo>
                    <a:cubicBezTo>
                      <a:pt x="360" y="4308"/>
                      <a:pt x="754" y="4550"/>
                      <a:pt x="1173" y="4743"/>
                    </a:cubicBezTo>
                    <a:cubicBezTo>
                      <a:pt x="1403" y="3963"/>
                      <a:pt x="1571" y="2891"/>
                      <a:pt x="1626" y="1702"/>
                    </a:cubicBezTo>
                    <a:cubicBezTo>
                      <a:pt x="1653" y="1101"/>
                      <a:pt x="1650" y="525"/>
                      <a:pt x="1619" y="0"/>
                    </a:cubicBezTo>
                    <a:close/>
                  </a:path>
                </a:pathLst>
              </a:custGeom>
              <a:solidFill>
                <a:srgbClr val="FFD4B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" name="Google Shape;1385;p91"/>
              <p:cNvSpPr/>
              <p:nvPr/>
            </p:nvSpPr>
            <p:spPr>
              <a:xfrm>
                <a:off x="3655339" y="546840"/>
                <a:ext cx="100316" cy="288508"/>
              </a:xfrm>
              <a:custGeom>
                <a:rect b="b" l="l" r="r" t="t"/>
                <a:pathLst>
                  <a:path extrusionOk="0" h="4754" w="1653">
                    <a:moveTo>
                      <a:pt x="35" y="0"/>
                    </a:moveTo>
                    <a:cubicBezTo>
                      <a:pt x="4" y="525"/>
                      <a:pt x="0" y="1100"/>
                      <a:pt x="28" y="1701"/>
                    </a:cubicBezTo>
                    <a:cubicBezTo>
                      <a:pt x="83" y="2896"/>
                      <a:pt x="254" y="3972"/>
                      <a:pt x="484" y="4754"/>
                    </a:cubicBezTo>
                    <a:cubicBezTo>
                      <a:pt x="903" y="4563"/>
                      <a:pt x="1295" y="4325"/>
                      <a:pt x="1653" y="4045"/>
                    </a:cubicBezTo>
                    <a:cubicBezTo>
                      <a:pt x="1351" y="2401"/>
                      <a:pt x="1044" y="697"/>
                      <a:pt x="798" y="427"/>
                    </a:cubicBezTo>
                    <a:cubicBezTo>
                      <a:pt x="638" y="251"/>
                      <a:pt x="359" y="110"/>
                      <a:pt x="35" y="0"/>
                    </a:cubicBezTo>
                    <a:close/>
                  </a:path>
                </a:pathLst>
              </a:custGeom>
              <a:solidFill>
                <a:srgbClr val="FFD4B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" name="Google Shape;1386;p91"/>
              <p:cNvSpPr/>
              <p:nvPr/>
            </p:nvSpPr>
            <p:spPr>
              <a:xfrm>
                <a:off x="3455195" y="526995"/>
                <a:ext cx="165556" cy="126048"/>
              </a:xfrm>
              <a:custGeom>
                <a:rect b="b" l="l" r="r" t="t"/>
                <a:pathLst>
                  <a:path extrusionOk="0" h="2077" w="2728">
                    <a:moveTo>
                      <a:pt x="1348" y="0"/>
                    </a:moveTo>
                    <a:cubicBezTo>
                      <a:pt x="1061" y="0"/>
                      <a:pt x="534" y="47"/>
                      <a:pt x="7" y="157"/>
                    </a:cubicBezTo>
                    <a:cubicBezTo>
                      <a:pt x="1" y="1301"/>
                      <a:pt x="688" y="2077"/>
                      <a:pt x="1365" y="2077"/>
                    </a:cubicBezTo>
                    <a:lnTo>
                      <a:pt x="1367" y="2077"/>
                    </a:lnTo>
                    <a:cubicBezTo>
                      <a:pt x="2042" y="2077"/>
                      <a:pt x="2727" y="1304"/>
                      <a:pt x="2725" y="164"/>
                    </a:cubicBezTo>
                    <a:cubicBezTo>
                      <a:pt x="2186" y="49"/>
                      <a:pt x="1641" y="0"/>
                      <a:pt x="1348" y="0"/>
                    </a:cubicBezTo>
                    <a:close/>
                  </a:path>
                </a:pathLst>
              </a:custGeom>
              <a:solidFill>
                <a:srgbClr val="FFD4B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7" name="Google Shape;1387;p91"/>
              <p:cNvSpPr/>
              <p:nvPr/>
            </p:nvSpPr>
            <p:spPr>
              <a:xfrm>
                <a:off x="3482808" y="411995"/>
                <a:ext cx="110451" cy="174112"/>
              </a:xfrm>
              <a:custGeom>
                <a:rect b="b" l="l" r="r" t="t"/>
                <a:pathLst>
                  <a:path extrusionOk="0" h="2869" w="1820">
                    <a:moveTo>
                      <a:pt x="370" y="0"/>
                    </a:moveTo>
                    <a:cubicBezTo>
                      <a:pt x="370" y="0"/>
                      <a:pt x="1" y="1691"/>
                      <a:pt x="7" y="2129"/>
                    </a:cubicBezTo>
                    <a:cubicBezTo>
                      <a:pt x="12" y="2535"/>
                      <a:pt x="173" y="2868"/>
                      <a:pt x="910" y="2868"/>
                    </a:cubicBezTo>
                    <a:cubicBezTo>
                      <a:pt x="1647" y="2868"/>
                      <a:pt x="1808" y="2535"/>
                      <a:pt x="1814" y="2129"/>
                    </a:cubicBezTo>
                    <a:cubicBezTo>
                      <a:pt x="1820" y="1691"/>
                      <a:pt x="1451" y="0"/>
                      <a:pt x="1451" y="0"/>
                    </a:cubicBezTo>
                    <a:close/>
                  </a:path>
                </a:pathLst>
              </a:custGeom>
              <a:solidFill>
                <a:srgbClr val="FFD4B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8" name="Google Shape;1388;p91"/>
              <p:cNvSpPr/>
              <p:nvPr/>
            </p:nvSpPr>
            <p:spPr>
              <a:xfrm>
                <a:off x="3389654" y="340628"/>
                <a:ext cx="75920" cy="87572"/>
              </a:xfrm>
              <a:custGeom>
                <a:rect b="b" l="l" r="r" t="t"/>
                <a:pathLst>
                  <a:path extrusionOk="0" h="1443" w="1251">
                    <a:moveTo>
                      <a:pt x="559" y="1"/>
                    </a:moveTo>
                    <a:cubicBezTo>
                      <a:pt x="523" y="1"/>
                      <a:pt x="488" y="5"/>
                      <a:pt x="453" y="13"/>
                    </a:cubicBezTo>
                    <a:cubicBezTo>
                      <a:pt x="160" y="79"/>
                      <a:pt x="0" y="409"/>
                      <a:pt x="96" y="748"/>
                    </a:cubicBezTo>
                    <a:cubicBezTo>
                      <a:pt x="184" y="1063"/>
                      <a:pt x="509" y="1442"/>
                      <a:pt x="789" y="1442"/>
                    </a:cubicBezTo>
                    <a:cubicBezTo>
                      <a:pt x="811" y="1442"/>
                      <a:pt x="832" y="1440"/>
                      <a:pt x="854" y="1435"/>
                    </a:cubicBezTo>
                    <a:cubicBezTo>
                      <a:pt x="1146" y="1368"/>
                      <a:pt x="1251" y="847"/>
                      <a:pt x="1155" y="507"/>
                    </a:cubicBezTo>
                    <a:cubicBezTo>
                      <a:pt x="1071" y="208"/>
                      <a:pt x="817" y="1"/>
                      <a:pt x="559" y="1"/>
                    </a:cubicBezTo>
                    <a:close/>
                  </a:path>
                </a:pathLst>
              </a:custGeom>
              <a:solidFill>
                <a:srgbClr val="FFD4B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9" name="Google Shape;1389;p91"/>
              <p:cNvSpPr/>
              <p:nvPr/>
            </p:nvSpPr>
            <p:spPr>
              <a:xfrm>
                <a:off x="3610492" y="340628"/>
                <a:ext cx="75981" cy="87572"/>
              </a:xfrm>
              <a:custGeom>
                <a:rect b="b" l="l" r="r" t="t"/>
                <a:pathLst>
                  <a:path extrusionOk="0" h="1443" w="1252">
                    <a:moveTo>
                      <a:pt x="692" y="1"/>
                    </a:moveTo>
                    <a:cubicBezTo>
                      <a:pt x="433" y="1"/>
                      <a:pt x="180" y="208"/>
                      <a:pt x="96" y="507"/>
                    </a:cubicBezTo>
                    <a:cubicBezTo>
                      <a:pt x="1" y="847"/>
                      <a:pt x="106" y="1368"/>
                      <a:pt x="398" y="1435"/>
                    </a:cubicBezTo>
                    <a:cubicBezTo>
                      <a:pt x="419" y="1440"/>
                      <a:pt x="441" y="1442"/>
                      <a:pt x="462" y="1442"/>
                    </a:cubicBezTo>
                    <a:cubicBezTo>
                      <a:pt x="743" y="1442"/>
                      <a:pt x="1066" y="1063"/>
                      <a:pt x="1156" y="748"/>
                    </a:cubicBezTo>
                    <a:cubicBezTo>
                      <a:pt x="1251" y="409"/>
                      <a:pt x="1091" y="79"/>
                      <a:pt x="799" y="13"/>
                    </a:cubicBezTo>
                    <a:cubicBezTo>
                      <a:pt x="763" y="5"/>
                      <a:pt x="728" y="1"/>
                      <a:pt x="692" y="1"/>
                    </a:cubicBezTo>
                    <a:close/>
                  </a:path>
                </a:pathLst>
              </a:custGeom>
              <a:solidFill>
                <a:srgbClr val="FFD4B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0" name="Google Shape;1390;p91"/>
              <p:cNvSpPr/>
              <p:nvPr/>
            </p:nvSpPr>
            <p:spPr>
              <a:xfrm>
                <a:off x="3422546" y="228480"/>
                <a:ext cx="231037" cy="273822"/>
              </a:xfrm>
              <a:custGeom>
                <a:rect b="b" l="l" r="r" t="t"/>
                <a:pathLst>
                  <a:path extrusionOk="0" h="4512" w="3807">
                    <a:moveTo>
                      <a:pt x="1903" y="0"/>
                    </a:moveTo>
                    <a:cubicBezTo>
                      <a:pt x="900" y="0"/>
                      <a:pt x="63" y="824"/>
                      <a:pt x="32" y="1872"/>
                    </a:cubicBezTo>
                    <a:cubicBezTo>
                      <a:pt x="0" y="2955"/>
                      <a:pt x="827" y="4511"/>
                      <a:pt x="1903" y="4511"/>
                    </a:cubicBezTo>
                    <a:cubicBezTo>
                      <a:pt x="2979" y="4511"/>
                      <a:pt x="3806" y="2955"/>
                      <a:pt x="3774" y="1872"/>
                    </a:cubicBezTo>
                    <a:cubicBezTo>
                      <a:pt x="3744" y="824"/>
                      <a:pt x="2906" y="0"/>
                      <a:pt x="1903" y="0"/>
                    </a:cubicBezTo>
                    <a:close/>
                  </a:path>
                </a:pathLst>
              </a:custGeom>
              <a:solidFill>
                <a:srgbClr val="FFD4B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1" name="Google Shape;1391;p91"/>
              <p:cNvSpPr/>
              <p:nvPr/>
            </p:nvSpPr>
            <p:spPr>
              <a:xfrm>
                <a:off x="3419876" y="217313"/>
                <a:ext cx="239048" cy="138732"/>
              </a:xfrm>
              <a:custGeom>
                <a:rect b="b" l="l" r="r" t="t"/>
                <a:pathLst>
                  <a:path extrusionOk="0" h="2286" w="3939">
                    <a:moveTo>
                      <a:pt x="1970" y="0"/>
                    </a:moveTo>
                    <a:cubicBezTo>
                      <a:pt x="1" y="0"/>
                      <a:pt x="13" y="1890"/>
                      <a:pt x="13" y="1890"/>
                    </a:cubicBezTo>
                    <a:cubicBezTo>
                      <a:pt x="13" y="1890"/>
                      <a:pt x="139" y="2286"/>
                      <a:pt x="1970" y="2286"/>
                    </a:cubicBezTo>
                    <a:cubicBezTo>
                      <a:pt x="3801" y="2286"/>
                      <a:pt x="3885" y="1890"/>
                      <a:pt x="3885" y="1890"/>
                    </a:cubicBezTo>
                    <a:cubicBezTo>
                      <a:pt x="3885" y="1890"/>
                      <a:pt x="3939" y="0"/>
                      <a:pt x="197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2" name="Google Shape;1392;p91"/>
              <p:cNvSpPr/>
              <p:nvPr/>
            </p:nvSpPr>
            <p:spPr>
              <a:xfrm>
                <a:off x="3418480" y="331950"/>
                <a:ext cx="30769" cy="42481"/>
              </a:xfrm>
              <a:custGeom>
                <a:rect b="b" l="l" r="r" t="t"/>
                <a:pathLst>
                  <a:path extrusionOk="0" h="700" w="507">
                    <a:moveTo>
                      <a:pt x="36" y="1"/>
                    </a:moveTo>
                    <a:cubicBezTo>
                      <a:pt x="36" y="1"/>
                      <a:pt x="0" y="350"/>
                      <a:pt x="153" y="700"/>
                    </a:cubicBezTo>
                    <a:cubicBezTo>
                      <a:pt x="153" y="700"/>
                      <a:pt x="222" y="130"/>
                      <a:pt x="50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3" name="Google Shape;1393;p91"/>
              <p:cNvSpPr/>
              <p:nvPr/>
            </p:nvSpPr>
            <p:spPr>
              <a:xfrm>
                <a:off x="3627120" y="331950"/>
                <a:ext cx="30769" cy="42481"/>
              </a:xfrm>
              <a:custGeom>
                <a:rect b="b" l="l" r="r" t="t"/>
                <a:pathLst>
                  <a:path extrusionOk="0" h="700" w="507">
                    <a:moveTo>
                      <a:pt x="0" y="1"/>
                    </a:moveTo>
                    <a:cubicBezTo>
                      <a:pt x="284" y="130"/>
                      <a:pt x="353" y="700"/>
                      <a:pt x="353" y="700"/>
                    </a:cubicBezTo>
                    <a:cubicBezTo>
                      <a:pt x="506" y="350"/>
                      <a:pt x="470" y="1"/>
                      <a:pt x="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394" name="Google Shape;1394;p91"/>
          <p:cNvSpPr/>
          <p:nvPr/>
        </p:nvSpPr>
        <p:spPr>
          <a:xfrm>
            <a:off x="1283800" y="4270138"/>
            <a:ext cx="264680" cy="243428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95" name="Google Shape;1395;p91"/>
          <p:cNvGrpSpPr/>
          <p:nvPr/>
        </p:nvGrpSpPr>
        <p:grpSpPr>
          <a:xfrm>
            <a:off x="333838" y="341763"/>
            <a:ext cx="725378" cy="595373"/>
            <a:chOff x="4064963" y="3978750"/>
            <a:chExt cx="725378" cy="595373"/>
          </a:xfrm>
        </p:grpSpPr>
        <p:sp>
          <p:nvSpPr>
            <p:cNvPr id="1396" name="Google Shape;1396;p91"/>
            <p:cNvSpPr/>
            <p:nvPr/>
          </p:nvSpPr>
          <p:spPr>
            <a:xfrm>
              <a:off x="4065003" y="3978750"/>
              <a:ext cx="725301" cy="595373"/>
            </a:xfrm>
            <a:custGeom>
              <a:rect b="b" l="l" r="r" t="t"/>
              <a:pathLst>
                <a:path extrusionOk="0" h="7680" w="9356">
                  <a:moveTo>
                    <a:pt x="1293" y="0"/>
                  </a:moveTo>
                  <a:cubicBezTo>
                    <a:pt x="582" y="0"/>
                    <a:pt x="0" y="583"/>
                    <a:pt x="0" y="1293"/>
                  </a:cubicBezTo>
                  <a:lnTo>
                    <a:pt x="0" y="4126"/>
                  </a:lnTo>
                  <a:cubicBezTo>
                    <a:pt x="0" y="4837"/>
                    <a:pt x="582" y="5419"/>
                    <a:pt x="1293" y="5419"/>
                  </a:cubicBezTo>
                  <a:lnTo>
                    <a:pt x="4995" y="5419"/>
                  </a:lnTo>
                  <a:lnTo>
                    <a:pt x="7996" y="7680"/>
                  </a:lnTo>
                  <a:lnTo>
                    <a:pt x="7621" y="5419"/>
                  </a:lnTo>
                  <a:lnTo>
                    <a:pt x="8063" y="5419"/>
                  </a:lnTo>
                  <a:cubicBezTo>
                    <a:pt x="8774" y="5419"/>
                    <a:pt x="9356" y="4838"/>
                    <a:pt x="9356" y="4126"/>
                  </a:cubicBezTo>
                  <a:lnTo>
                    <a:pt x="9356" y="1293"/>
                  </a:lnTo>
                  <a:cubicBezTo>
                    <a:pt x="9355" y="583"/>
                    <a:pt x="8774" y="0"/>
                    <a:pt x="8062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97" name="Google Shape;1397;p91"/>
            <p:cNvGrpSpPr/>
            <p:nvPr/>
          </p:nvGrpSpPr>
          <p:grpSpPr>
            <a:xfrm>
              <a:off x="4064963" y="3981950"/>
              <a:ext cx="725378" cy="588978"/>
              <a:chOff x="2486400" y="3978750"/>
              <a:chExt cx="725378" cy="588978"/>
            </a:xfrm>
          </p:grpSpPr>
          <p:sp>
            <p:nvSpPr>
              <p:cNvPr id="1398" name="Google Shape;1398;p91"/>
              <p:cNvSpPr/>
              <p:nvPr/>
            </p:nvSpPr>
            <p:spPr>
              <a:xfrm>
                <a:off x="2486400" y="3978750"/>
                <a:ext cx="725378" cy="420172"/>
              </a:xfrm>
              <a:custGeom>
                <a:rect b="b" l="l" r="r" t="t"/>
                <a:pathLst>
                  <a:path extrusionOk="0" h="5420" w="9357">
                    <a:moveTo>
                      <a:pt x="1293" y="0"/>
                    </a:moveTo>
                    <a:cubicBezTo>
                      <a:pt x="583" y="0"/>
                      <a:pt x="1" y="583"/>
                      <a:pt x="1" y="1293"/>
                    </a:cubicBezTo>
                    <a:lnTo>
                      <a:pt x="1" y="4126"/>
                    </a:lnTo>
                    <a:cubicBezTo>
                      <a:pt x="1" y="4838"/>
                      <a:pt x="583" y="5419"/>
                      <a:pt x="1293" y="5419"/>
                    </a:cubicBezTo>
                    <a:lnTo>
                      <a:pt x="8062" y="5419"/>
                    </a:lnTo>
                    <a:cubicBezTo>
                      <a:pt x="8774" y="5419"/>
                      <a:pt x="9355" y="4837"/>
                      <a:pt x="9356" y="4126"/>
                    </a:cubicBezTo>
                    <a:lnTo>
                      <a:pt x="9356" y="1293"/>
                    </a:lnTo>
                    <a:cubicBezTo>
                      <a:pt x="9356" y="582"/>
                      <a:pt x="8774" y="0"/>
                      <a:pt x="806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" name="Google Shape;1399;p91"/>
              <p:cNvSpPr/>
              <p:nvPr/>
            </p:nvSpPr>
            <p:spPr>
              <a:xfrm>
                <a:off x="2873628" y="4392450"/>
                <a:ext cx="232723" cy="175278"/>
              </a:xfrm>
              <a:custGeom>
                <a:rect b="b" l="l" r="r" t="t"/>
                <a:pathLst>
                  <a:path extrusionOk="0" h="2261" w="3002">
                    <a:moveTo>
                      <a:pt x="1" y="0"/>
                    </a:moveTo>
                    <a:lnTo>
                      <a:pt x="3002" y="2261"/>
                    </a:lnTo>
                    <a:lnTo>
                      <a:pt x="2626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0" name="Google Shape;1400;p91"/>
              <p:cNvSpPr/>
              <p:nvPr/>
            </p:nvSpPr>
            <p:spPr>
              <a:xfrm>
                <a:off x="2570789" y="4065657"/>
                <a:ext cx="305284" cy="276290"/>
              </a:xfrm>
              <a:custGeom>
                <a:rect b="b" l="l" r="r" t="t"/>
                <a:pathLst>
                  <a:path extrusionOk="0" h="3564" w="3938">
                    <a:moveTo>
                      <a:pt x="1038" y="0"/>
                    </a:moveTo>
                    <a:cubicBezTo>
                      <a:pt x="1005" y="0"/>
                      <a:pt x="973" y="2"/>
                      <a:pt x="940" y="5"/>
                    </a:cubicBezTo>
                    <a:cubicBezTo>
                      <a:pt x="454" y="49"/>
                      <a:pt x="63" y="449"/>
                      <a:pt x="27" y="935"/>
                    </a:cubicBezTo>
                    <a:cubicBezTo>
                      <a:pt x="1" y="1266"/>
                      <a:pt x="137" y="1566"/>
                      <a:pt x="362" y="1768"/>
                    </a:cubicBezTo>
                    <a:lnTo>
                      <a:pt x="361" y="1768"/>
                    </a:lnTo>
                    <a:lnTo>
                      <a:pt x="1771" y="3470"/>
                    </a:lnTo>
                    <a:cubicBezTo>
                      <a:pt x="1822" y="3532"/>
                      <a:pt x="1896" y="3564"/>
                      <a:pt x="1970" y="3564"/>
                    </a:cubicBezTo>
                    <a:cubicBezTo>
                      <a:pt x="2044" y="3564"/>
                      <a:pt x="2117" y="3532"/>
                      <a:pt x="2169" y="3470"/>
                    </a:cubicBezTo>
                    <a:lnTo>
                      <a:pt x="3579" y="1768"/>
                    </a:lnTo>
                    <a:lnTo>
                      <a:pt x="3578" y="1768"/>
                    </a:lnTo>
                    <a:cubicBezTo>
                      <a:pt x="3803" y="1566"/>
                      <a:pt x="3938" y="1266"/>
                      <a:pt x="3913" y="935"/>
                    </a:cubicBezTo>
                    <a:cubicBezTo>
                      <a:pt x="3876" y="449"/>
                      <a:pt x="3485" y="49"/>
                      <a:pt x="3000" y="5"/>
                    </a:cubicBezTo>
                    <a:cubicBezTo>
                      <a:pt x="2967" y="2"/>
                      <a:pt x="2934" y="0"/>
                      <a:pt x="2902" y="0"/>
                    </a:cubicBezTo>
                    <a:cubicBezTo>
                      <a:pt x="2482" y="0"/>
                      <a:pt x="2123" y="255"/>
                      <a:pt x="1969" y="619"/>
                    </a:cubicBezTo>
                    <a:cubicBezTo>
                      <a:pt x="1816" y="255"/>
                      <a:pt x="1456" y="0"/>
                      <a:pt x="103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" name="Google Shape;1401;p91"/>
              <p:cNvSpPr/>
              <p:nvPr/>
            </p:nvSpPr>
            <p:spPr>
              <a:xfrm>
                <a:off x="2962126" y="4088759"/>
                <a:ext cx="122641" cy="196520"/>
              </a:xfrm>
              <a:custGeom>
                <a:rect b="b" l="l" r="r" t="t"/>
                <a:pathLst>
                  <a:path extrusionOk="0" h="2535" w="1582">
                    <a:moveTo>
                      <a:pt x="721" y="0"/>
                    </a:moveTo>
                    <a:cubicBezTo>
                      <a:pt x="623" y="0"/>
                      <a:pt x="516" y="13"/>
                      <a:pt x="397" y="41"/>
                    </a:cubicBezTo>
                    <a:cubicBezTo>
                      <a:pt x="280" y="69"/>
                      <a:pt x="153" y="110"/>
                      <a:pt x="18" y="165"/>
                    </a:cubicBezTo>
                    <a:lnTo>
                      <a:pt x="18" y="505"/>
                    </a:lnTo>
                    <a:cubicBezTo>
                      <a:pt x="151" y="431"/>
                      <a:pt x="276" y="375"/>
                      <a:pt x="392" y="338"/>
                    </a:cubicBezTo>
                    <a:cubicBezTo>
                      <a:pt x="510" y="301"/>
                      <a:pt x="622" y="283"/>
                      <a:pt x="727" y="283"/>
                    </a:cubicBezTo>
                    <a:cubicBezTo>
                      <a:pt x="877" y="283"/>
                      <a:pt x="997" y="325"/>
                      <a:pt x="1089" y="408"/>
                    </a:cubicBezTo>
                    <a:cubicBezTo>
                      <a:pt x="1183" y="492"/>
                      <a:pt x="1229" y="600"/>
                      <a:pt x="1229" y="731"/>
                    </a:cubicBezTo>
                    <a:cubicBezTo>
                      <a:pt x="1229" y="813"/>
                      <a:pt x="1208" y="896"/>
                      <a:pt x="1165" y="980"/>
                    </a:cubicBezTo>
                    <a:cubicBezTo>
                      <a:pt x="1122" y="1064"/>
                      <a:pt x="1047" y="1165"/>
                      <a:pt x="939" y="1287"/>
                    </a:cubicBezTo>
                    <a:cubicBezTo>
                      <a:pt x="883" y="1351"/>
                      <a:pt x="744" y="1495"/>
                      <a:pt x="523" y="1719"/>
                    </a:cubicBezTo>
                    <a:cubicBezTo>
                      <a:pt x="303" y="1941"/>
                      <a:pt x="129" y="2119"/>
                      <a:pt x="0" y="2250"/>
                    </a:cubicBezTo>
                    <a:lnTo>
                      <a:pt x="0" y="2534"/>
                    </a:lnTo>
                    <a:lnTo>
                      <a:pt x="1581" y="2534"/>
                    </a:lnTo>
                    <a:lnTo>
                      <a:pt x="1581" y="2250"/>
                    </a:lnTo>
                    <a:lnTo>
                      <a:pt x="406" y="2250"/>
                    </a:lnTo>
                    <a:cubicBezTo>
                      <a:pt x="677" y="1974"/>
                      <a:pt x="887" y="1759"/>
                      <a:pt x="1036" y="1605"/>
                    </a:cubicBezTo>
                    <a:cubicBezTo>
                      <a:pt x="1185" y="1451"/>
                      <a:pt x="1274" y="1358"/>
                      <a:pt x="1301" y="1326"/>
                    </a:cubicBezTo>
                    <a:cubicBezTo>
                      <a:pt x="1402" y="1201"/>
                      <a:pt x="1472" y="1093"/>
                      <a:pt x="1509" y="1002"/>
                    </a:cubicBezTo>
                    <a:cubicBezTo>
                      <a:pt x="1548" y="909"/>
                      <a:pt x="1568" y="813"/>
                      <a:pt x="1568" y="710"/>
                    </a:cubicBezTo>
                    <a:cubicBezTo>
                      <a:pt x="1568" y="495"/>
                      <a:pt x="1491" y="322"/>
                      <a:pt x="1337" y="193"/>
                    </a:cubicBezTo>
                    <a:cubicBezTo>
                      <a:pt x="1184" y="65"/>
                      <a:pt x="978" y="0"/>
                      <a:pt x="7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02" name="Google Shape;1402;p91"/>
          <p:cNvGrpSpPr/>
          <p:nvPr/>
        </p:nvGrpSpPr>
        <p:grpSpPr>
          <a:xfrm>
            <a:off x="8373095" y="937135"/>
            <a:ext cx="508982" cy="485315"/>
            <a:chOff x="8264420" y="1017185"/>
            <a:chExt cx="508982" cy="485315"/>
          </a:xfrm>
        </p:grpSpPr>
        <p:sp>
          <p:nvSpPr>
            <p:cNvPr id="1403" name="Google Shape;1403;p91"/>
            <p:cNvSpPr/>
            <p:nvPr/>
          </p:nvSpPr>
          <p:spPr>
            <a:xfrm>
              <a:off x="8264420" y="1017185"/>
              <a:ext cx="508969" cy="485306"/>
            </a:xfrm>
            <a:custGeom>
              <a:rect b="b" l="l" r="r" t="t"/>
              <a:pathLst>
                <a:path extrusionOk="0" h="6768" w="7098">
                  <a:moveTo>
                    <a:pt x="3715" y="1"/>
                  </a:moveTo>
                  <a:cubicBezTo>
                    <a:pt x="2849" y="1"/>
                    <a:pt x="1983" y="331"/>
                    <a:pt x="1322" y="992"/>
                  </a:cubicBezTo>
                  <a:cubicBezTo>
                    <a:pt x="0" y="2313"/>
                    <a:pt x="0" y="4456"/>
                    <a:pt x="1322" y="5777"/>
                  </a:cubicBezTo>
                  <a:cubicBezTo>
                    <a:pt x="1957" y="6412"/>
                    <a:pt x="2817" y="6767"/>
                    <a:pt x="3714" y="6767"/>
                  </a:cubicBezTo>
                  <a:cubicBezTo>
                    <a:pt x="4612" y="6767"/>
                    <a:pt x="5473" y="6412"/>
                    <a:pt x="6107" y="5777"/>
                  </a:cubicBezTo>
                  <a:cubicBezTo>
                    <a:pt x="6742" y="5142"/>
                    <a:pt x="7098" y="4282"/>
                    <a:pt x="7098" y="3384"/>
                  </a:cubicBezTo>
                  <a:cubicBezTo>
                    <a:pt x="7098" y="2487"/>
                    <a:pt x="6742" y="1626"/>
                    <a:pt x="6107" y="992"/>
                  </a:cubicBezTo>
                  <a:cubicBezTo>
                    <a:pt x="5446" y="331"/>
                    <a:pt x="4580" y="1"/>
                    <a:pt x="3715" y="1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04" name="Google Shape;1404;p91"/>
            <p:cNvGrpSpPr/>
            <p:nvPr/>
          </p:nvGrpSpPr>
          <p:grpSpPr>
            <a:xfrm>
              <a:off x="8264433" y="1017193"/>
              <a:ext cx="508969" cy="485306"/>
              <a:chOff x="2714613" y="231688"/>
              <a:chExt cx="618733" cy="589967"/>
            </a:xfrm>
          </p:grpSpPr>
          <p:sp>
            <p:nvSpPr>
              <p:cNvPr id="1405" name="Google Shape;1405;p91"/>
              <p:cNvSpPr/>
              <p:nvPr/>
            </p:nvSpPr>
            <p:spPr>
              <a:xfrm>
                <a:off x="2714613" y="231688"/>
                <a:ext cx="618733" cy="589967"/>
              </a:xfrm>
              <a:custGeom>
                <a:rect b="b" l="l" r="r" t="t"/>
                <a:pathLst>
                  <a:path extrusionOk="0" h="6768" w="7098">
                    <a:moveTo>
                      <a:pt x="3713" y="1"/>
                    </a:moveTo>
                    <a:cubicBezTo>
                      <a:pt x="2847" y="1"/>
                      <a:pt x="1982" y="331"/>
                      <a:pt x="1322" y="992"/>
                    </a:cubicBezTo>
                    <a:cubicBezTo>
                      <a:pt x="0" y="2314"/>
                      <a:pt x="0" y="4456"/>
                      <a:pt x="1322" y="5777"/>
                    </a:cubicBezTo>
                    <a:cubicBezTo>
                      <a:pt x="1956" y="6412"/>
                      <a:pt x="2816" y="6768"/>
                      <a:pt x="3714" y="6768"/>
                    </a:cubicBezTo>
                    <a:cubicBezTo>
                      <a:pt x="4610" y="6768"/>
                      <a:pt x="5471" y="6412"/>
                      <a:pt x="6106" y="5777"/>
                    </a:cubicBezTo>
                    <a:cubicBezTo>
                      <a:pt x="6740" y="5143"/>
                      <a:pt x="7097" y="4282"/>
                      <a:pt x="7097" y="3384"/>
                    </a:cubicBezTo>
                    <a:cubicBezTo>
                      <a:pt x="7097" y="2487"/>
                      <a:pt x="6740" y="1627"/>
                      <a:pt x="6106" y="992"/>
                    </a:cubicBezTo>
                    <a:cubicBezTo>
                      <a:pt x="5445" y="331"/>
                      <a:pt x="4579" y="1"/>
                      <a:pt x="371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" name="Google Shape;1406;p91"/>
              <p:cNvSpPr/>
              <p:nvPr/>
            </p:nvSpPr>
            <p:spPr>
              <a:xfrm>
                <a:off x="2851906" y="335401"/>
                <a:ext cx="372913" cy="354695"/>
              </a:xfrm>
              <a:custGeom>
                <a:rect b="b" l="l" r="r" t="t"/>
                <a:pathLst>
                  <a:path extrusionOk="0" h="4069" w="4278">
                    <a:moveTo>
                      <a:pt x="2140" y="1"/>
                    </a:moveTo>
                    <a:lnTo>
                      <a:pt x="1478" y="1340"/>
                    </a:lnTo>
                    <a:lnTo>
                      <a:pt x="1" y="1554"/>
                    </a:lnTo>
                    <a:lnTo>
                      <a:pt x="1070" y="2597"/>
                    </a:lnTo>
                    <a:lnTo>
                      <a:pt x="817" y="4069"/>
                    </a:lnTo>
                    <a:lnTo>
                      <a:pt x="2140" y="3374"/>
                    </a:lnTo>
                    <a:lnTo>
                      <a:pt x="3461" y="4069"/>
                    </a:lnTo>
                    <a:lnTo>
                      <a:pt x="3461" y="4069"/>
                    </a:lnTo>
                    <a:lnTo>
                      <a:pt x="3208" y="2597"/>
                    </a:lnTo>
                    <a:lnTo>
                      <a:pt x="4278" y="1554"/>
                    </a:lnTo>
                    <a:lnTo>
                      <a:pt x="2800" y="1340"/>
                    </a:lnTo>
                    <a:lnTo>
                      <a:pt x="21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0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92"/>
          <p:cNvSpPr txBox="1"/>
          <p:nvPr>
            <p:ph idx="1" type="body"/>
          </p:nvPr>
        </p:nvSpPr>
        <p:spPr>
          <a:xfrm>
            <a:off x="2424125" y="0"/>
            <a:ext cx="6648900" cy="16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225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600"/>
              <a:t>After ChatGPT debuted to the public on Nov 30,2 022, the world has been reshaped dramatically. </a:t>
            </a:r>
            <a:endParaRPr sz="1600"/>
          </a:p>
          <a:p>
            <a:pPr indent="-3225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600"/>
              <a:t>Right now, ChatGPT has become the top 5 most </a:t>
            </a:r>
            <a:r>
              <a:rPr lang="en" sz="1600"/>
              <a:t>popular</a:t>
            </a:r>
            <a:r>
              <a:rPr lang="en" sz="1600"/>
              <a:t> </a:t>
            </a:r>
            <a:r>
              <a:rPr lang="en" sz="1600"/>
              <a:t>websites in the world. All AI companies including Gemini, Claude, Deepseek, are competing against each other to occupy not only the technology sector, but also permeate into our daily lives.</a:t>
            </a:r>
            <a:endParaRPr sz="1600"/>
          </a:p>
        </p:txBody>
      </p:sp>
      <p:sp>
        <p:nvSpPr>
          <p:cNvPr id="1412" name="Google Shape;1412;p92"/>
          <p:cNvSpPr txBox="1"/>
          <p:nvPr>
            <p:ph type="title"/>
          </p:nvPr>
        </p:nvSpPr>
        <p:spPr>
          <a:xfrm rot="-289081">
            <a:off x="210096" y="315797"/>
            <a:ext cx="2100221" cy="569601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/>
              <a:t>Background</a:t>
            </a:r>
            <a:endParaRPr/>
          </a:p>
        </p:txBody>
      </p:sp>
      <p:pic>
        <p:nvPicPr>
          <p:cNvPr id="1413" name="Google Shape;1413;p92"/>
          <p:cNvPicPr preferRelativeResize="0"/>
          <p:nvPr/>
        </p:nvPicPr>
        <p:blipFill rotWithShape="1">
          <a:blip r:embed="rId3">
            <a:alphaModFix/>
          </a:blip>
          <a:srcRect b="14339" l="0" r="0" t="0"/>
          <a:stretch/>
        </p:blipFill>
        <p:spPr>
          <a:xfrm>
            <a:off x="296100" y="1519025"/>
            <a:ext cx="6936023" cy="3556801"/>
          </a:xfrm>
          <a:prstGeom prst="rect">
            <a:avLst/>
          </a:prstGeom>
          <a:noFill/>
          <a:ln>
            <a:noFill/>
          </a:ln>
        </p:spPr>
      </p:pic>
      <p:sp>
        <p:nvSpPr>
          <p:cNvPr id="1414" name="Google Shape;1414;p92"/>
          <p:cNvSpPr/>
          <p:nvPr/>
        </p:nvSpPr>
        <p:spPr>
          <a:xfrm>
            <a:off x="799775" y="3200975"/>
            <a:ext cx="1421400" cy="372300"/>
          </a:xfrm>
          <a:prstGeom prst="ellipse">
            <a:avLst/>
          </a:prstGeom>
          <a:solidFill>
            <a:srgbClr val="F2F2F2">
              <a:alpha val="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415" name="Google Shape;1415;p92"/>
          <p:cNvSpPr txBox="1"/>
          <p:nvPr/>
        </p:nvSpPr>
        <p:spPr>
          <a:xfrm>
            <a:off x="7164300" y="4593600"/>
            <a:ext cx="19797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https://analytics.explodingtopics.com/website</a:t>
            </a:r>
            <a:endParaRPr sz="1200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9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93"/>
          <p:cNvSpPr txBox="1"/>
          <p:nvPr>
            <p:ph type="ctrTitle"/>
          </p:nvPr>
        </p:nvSpPr>
        <p:spPr>
          <a:xfrm>
            <a:off x="308250" y="1285875"/>
            <a:ext cx="8527500" cy="22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Even with the rapid development of AI technology, what are the </a:t>
            </a:r>
            <a:r>
              <a:rPr lang="en" sz="4000">
                <a:solidFill>
                  <a:schemeClr val="accent6"/>
                </a:solidFill>
              </a:rPr>
              <a:t>real feelings</a:t>
            </a:r>
            <a:r>
              <a:rPr lang="en" sz="4000">
                <a:solidFill>
                  <a:srgbClr val="0000FF"/>
                </a:solidFill>
              </a:rPr>
              <a:t> </a:t>
            </a:r>
            <a:r>
              <a:rPr lang="en" sz="4000"/>
              <a:t>of the general public? Is it excitement or fear?</a:t>
            </a:r>
            <a:endParaRPr sz="4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4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p94"/>
          <p:cNvSpPr txBox="1"/>
          <p:nvPr/>
        </p:nvSpPr>
        <p:spPr>
          <a:xfrm>
            <a:off x="1618225" y="220375"/>
            <a:ext cx="5793600" cy="7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rgbClr val="172447"/>
                </a:solidFill>
                <a:latin typeface="Golos Text"/>
                <a:ea typeface="Golos Text"/>
                <a:cs typeface="Golos Text"/>
                <a:sym typeface="Golos Text"/>
              </a:rPr>
              <a:t>Dataset and Methodology</a:t>
            </a:r>
            <a:endParaRPr b="1" sz="3500">
              <a:solidFill>
                <a:srgbClr val="17244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26" name="Google Shape;1426;p94"/>
          <p:cNvSpPr txBox="1"/>
          <p:nvPr/>
        </p:nvSpPr>
        <p:spPr>
          <a:xfrm>
            <a:off x="399175" y="1123500"/>
            <a:ext cx="8231700" cy="2896500"/>
          </a:xfrm>
          <a:prstGeom prst="rect">
            <a:avLst/>
          </a:prstGeom>
          <a:solidFill>
            <a:srgbClr val="F2F2F2">
              <a:alpha val="0"/>
            </a:srgbClr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Data collection using the Bluesky API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Filtered down the data by topics: work and education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Topic modeling 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Sentiment analysis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Created visualizations and analyzed them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 sz="1800"/>
          </a:p>
        </p:txBody>
      </p:sp>
      <p:pic>
        <p:nvPicPr>
          <p:cNvPr id="1427" name="Google Shape;1427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3636" y="1463525"/>
            <a:ext cx="2226276" cy="2216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p95"/>
          <p:cNvSpPr txBox="1"/>
          <p:nvPr>
            <p:ph type="ctrTitle"/>
          </p:nvPr>
        </p:nvSpPr>
        <p:spPr>
          <a:xfrm>
            <a:off x="725975" y="1145437"/>
            <a:ext cx="7692000" cy="231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3" name="Google Shape;1433;p95"/>
          <p:cNvSpPr txBox="1"/>
          <p:nvPr>
            <p:ph idx="1" type="subTitle"/>
          </p:nvPr>
        </p:nvSpPr>
        <p:spPr>
          <a:xfrm>
            <a:off x="1128875" y="4415975"/>
            <a:ext cx="6886200" cy="48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picture on the Public Perception over time</a:t>
            </a:r>
            <a:endParaRPr b="1"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34" name="Google Shape;1434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43749"/>
            <a:ext cx="9144003" cy="3219153"/>
          </a:xfrm>
          <a:prstGeom prst="rect">
            <a:avLst/>
          </a:prstGeom>
          <a:noFill/>
          <a:ln>
            <a:noFill/>
          </a:ln>
        </p:spPr>
      </p:pic>
      <p:sp>
        <p:nvSpPr>
          <p:cNvPr id="1435" name="Google Shape;1435;p95"/>
          <p:cNvSpPr txBox="1"/>
          <p:nvPr>
            <p:ph idx="4294967295" type="title"/>
          </p:nvPr>
        </p:nvSpPr>
        <p:spPr>
          <a:xfrm>
            <a:off x="390050" y="23357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Picture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9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Google Shape;1440;p96"/>
          <p:cNvSpPr txBox="1"/>
          <p:nvPr>
            <p:ph idx="1" type="subTitle"/>
          </p:nvPr>
        </p:nvSpPr>
        <p:spPr>
          <a:xfrm>
            <a:off x="2637150" y="3608247"/>
            <a:ext cx="3869700" cy="3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41" name="Google Shape;1441;p96" title="Screenshot 2025-11-30 at 2.40.35 PM.png"/>
          <p:cNvPicPr preferRelativeResize="0"/>
          <p:nvPr/>
        </p:nvPicPr>
        <p:blipFill rotWithShape="1">
          <a:blip r:embed="rId3">
            <a:alphaModFix/>
          </a:blip>
          <a:srcRect b="1811" l="0" r="0" t="1811"/>
          <a:stretch/>
        </p:blipFill>
        <p:spPr>
          <a:xfrm>
            <a:off x="1204125" y="920461"/>
            <a:ext cx="7366124" cy="4085324"/>
          </a:xfrm>
          <a:prstGeom prst="rect">
            <a:avLst/>
          </a:prstGeom>
          <a:noFill/>
          <a:ln>
            <a:noFill/>
          </a:ln>
        </p:spPr>
      </p:pic>
      <p:sp>
        <p:nvSpPr>
          <p:cNvPr id="1442" name="Google Shape;1442;p96"/>
          <p:cNvSpPr txBox="1"/>
          <p:nvPr>
            <p:ph idx="4294967295" type="title"/>
          </p:nvPr>
        </p:nvSpPr>
        <p:spPr>
          <a:xfrm>
            <a:off x="390050" y="23357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Picture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6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97"/>
          <p:cNvSpPr txBox="1"/>
          <p:nvPr>
            <p:ph idx="1" type="subTitle"/>
          </p:nvPr>
        </p:nvSpPr>
        <p:spPr>
          <a:xfrm>
            <a:off x="2637150" y="3608247"/>
            <a:ext cx="3869700" cy="3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48" name="Google Shape;1448;p97" title="Screenshot 2025-11-30 at 2.53.12 PM.png"/>
          <p:cNvPicPr preferRelativeResize="0"/>
          <p:nvPr/>
        </p:nvPicPr>
        <p:blipFill rotWithShape="1">
          <a:blip r:embed="rId3">
            <a:alphaModFix/>
          </a:blip>
          <a:srcRect b="0" l="3174" r="3174" t="0"/>
          <a:stretch/>
        </p:blipFill>
        <p:spPr>
          <a:xfrm>
            <a:off x="1263950" y="1047325"/>
            <a:ext cx="6830103" cy="3691726"/>
          </a:xfrm>
          <a:prstGeom prst="rect">
            <a:avLst/>
          </a:prstGeom>
          <a:noFill/>
          <a:ln>
            <a:noFill/>
          </a:ln>
        </p:spPr>
      </p:pic>
      <p:sp>
        <p:nvSpPr>
          <p:cNvPr id="1449" name="Google Shape;1449;p97"/>
          <p:cNvSpPr txBox="1"/>
          <p:nvPr>
            <p:ph idx="4294967295" type="title"/>
          </p:nvPr>
        </p:nvSpPr>
        <p:spPr>
          <a:xfrm>
            <a:off x="390050" y="23357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Picture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98"/>
          <p:cNvSpPr txBox="1"/>
          <p:nvPr>
            <p:ph idx="1" type="subTitle"/>
          </p:nvPr>
        </p:nvSpPr>
        <p:spPr>
          <a:xfrm>
            <a:off x="2637150" y="3608247"/>
            <a:ext cx="3869700" cy="3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55" name="Google Shape;1455;p98" title="Screenshot 2025-11-30 at 2.50.20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9987" y="618263"/>
            <a:ext cx="6864026" cy="4363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99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Filtered by Job related words(SAMPLE 2000 IN 12000)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1" name="Google Shape;1461;p99" title="Screenshot 2025-11-30 at 3.54.39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075" y="1455501"/>
            <a:ext cx="8265851" cy="166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5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100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Filtered by Job related words(ALL 12000)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7" name="Google Shape;1467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53100"/>
            <a:ext cx="8839200" cy="3754592"/>
          </a:xfrm>
          <a:prstGeom prst="rect">
            <a:avLst/>
          </a:prstGeom>
          <a:noFill/>
          <a:ln>
            <a:noFill/>
          </a:ln>
        </p:spPr>
      </p:pic>
      <p:sp>
        <p:nvSpPr>
          <p:cNvPr id="1468" name="Google Shape;1468;p100"/>
          <p:cNvSpPr txBox="1"/>
          <p:nvPr/>
        </p:nvSpPr>
        <p:spPr>
          <a:xfrm>
            <a:off x="2639425" y="4678225"/>
            <a:ext cx="5219700" cy="3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Net Risk = (Fear + Nervousness) - Optimism</a:t>
            </a:r>
            <a:endParaRPr b="1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2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3" name="Google Shape;1473;p101"/>
          <p:cNvPicPr preferRelativeResize="0"/>
          <p:nvPr/>
        </p:nvPicPr>
        <p:blipFill rotWithShape="1">
          <a:blip r:embed="rId3">
            <a:alphaModFix/>
          </a:blip>
          <a:srcRect b="0" l="0" r="57795" t="0"/>
          <a:stretch/>
        </p:blipFill>
        <p:spPr>
          <a:xfrm>
            <a:off x="1556700" y="490775"/>
            <a:ext cx="6200648" cy="4483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4" name="Google Shape;1474;p101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Filtered by Job related words(ALL 12000)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8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9" name="Google Shape;1479;p102"/>
          <p:cNvPicPr preferRelativeResize="0"/>
          <p:nvPr/>
        </p:nvPicPr>
        <p:blipFill rotWithShape="1">
          <a:blip r:embed="rId3">
            <a:alphaModFix/>
          </a:blip>
          <a:srcRect b="0" l="70533" r="0" t="0"/>
          <a:stretch/>
        </p:blipFill>
        <p:spPr>
          <a:xfrm>
            <a:off x="2300575" y="836950"/>
            <a:ext cx="4001925" cy="414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0" name="Google Shape;1480;p102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Filtered by Job related words(ALL 12000)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4" name="Shape 1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5" name="Google Shape;1485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4500" y="482975"/>
            <a:ext cx="7038350" cy="4660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6" name="Google Shape;1486;p103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Filtered by Job related words(ALL 12000)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0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104"/>
          <p:cNvSpPr txBox="1"/>
          <p:nvPr>
            <p:ph idx="1" type="subTitle"/>
          </p:nvPr>
        </p:nvSpPr>
        <p:spPr>
          <a:xfrm>
            <a:off x="2637150" y="3608247"/>
            <a:ext cx="3869700" cy="3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92" name="Google Shape;1492;p104" title="Screenshot 2025-11-29 at 10.37.4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7750" y="912273"/>
            <a:ext cx="6978373" cy="3896151"/>
          </a:xfrm>
          <a:prstGeom prst="rect">
            <a:avLst/>
          </a:prstGeom>
          <a:noFill/>
          <a:ln>
            <a:noFill/>
          </a:ln>
        </p:spPr>
      </p:pic>
      <p:sp>
        <p:nvSpPr>
          <p:cNvPr id="1493" name="Google Shape;1493;p104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Filter by School related words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7" name="Shape 1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Google Shape;1498;p105"/>
          <p:cNvSpPr txBox="1"/>
          <p:nvPr>
            <p:ph type="ctrTitle"/>
          </p:nvPr>
        </p:nvSpPr>
        <p:spPr>
          <a:xfrm>
            <a:off x="725975" y="1145437"/>
            <a:ext cx="7692000" cy="231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9" name="Google Shape;1499;p105"/>
          <p:cNvSpPr txBox="1"/>
          <p:nvPr>
            <p:ph idx="1" type="subTitle"/>
          </p:nvPr>
        </p:nvSpPr>
        <p:spPr>
          <a:xfrm>
            <a:off x="2637150" y="3608247"/>
            <a:ext cx="3869700" cy="3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00" name="Google Shape;1500;p105" title="Screenshot 2025-11-29 at 10.38.0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5975" y="650074"/>
            <a:ext cx="7860074" cy="3980324"/>
          </a:xfrm>
          <a:prstGeom prst="rect">
            <a:avLst/>
          </a:prstGeom>
          <a:noFill/>
          <a:ln>
            <a:noFill/>
          </a:ln>
        </p:spPr>
      </p:pic>
      <p:sp>
        <p:nvSpPr>
          <p:cNvPr id="1501" name="Google Shape;1501;p105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Filter by School related words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5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p106"/>
          <p:cNvSpPr txBox="1"/>
          <p:nvPr>
            <p:ph type="ctrTitle"/>
          </p:nvPr>
        </p:nvSpPr>
        <p:spPr>
          <a:xfrm>
            <a:off x="725975" y="1145437"/>
            <a:ext cx="7692000" cy="231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7" name="Google Shape;1507;p106"/>
          <p:cNvSpPr txBox="1"/>
          <p:nvPr>
            <p:ph idx="1" type="subTitle"/>
          </p:nvPr>
        </p:nvSpPr>
        <p:spPr>
          <a:xfrm>
            <a:off x="2637150" y="3608247"/>
            <a:ext cx="3869700" cy="3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08" name="Google Shape;1508;p106" title="Screenshot 2025-11-29 at 10.40.4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8650" y="460088"/>
            <a:ext cx="7692001" cy="4223324"/>
          </a:xfrm>
          <a:prstGeom prst="rect">
            <a:avLst/>
          </a:prstGeom>
          <a:noFill/>
          <a:ln>
            <a:noFill/>
          </a:ln>
        </p:spPr>
      </p:pic>
      <p:sp>
        <p:nvSpPr>
          <p:cNvPr id="1509" name="Google Shape;1509;p106"/>
          <p:cNvSpPr txBox="1"/>
          <p:nvPr/>
        </p:nvSpPr>
        <p:spPr>
          <a:xfrm>
            <a:off x="76150" y="45375"/>
            <a:ext cx="869670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Comparison</a:t>
            </a:r>
            <a:endParaRPr b="1" sz="2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3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107"/>
          <p:cNvSpPr txBox="1"/>
          <p:nvPr/>
        </p:nvSpPr>
        <p:spPr>
          <a:xfrm>
            <a:off x="2516550" y="231775"/>
            <a:ext cx="4110900" cy="7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rgbClr val="172447"/>
                </a:solidFill>
                <a:latin typeface="Golos Text"/>
                <a:ea typeface="Golos Text"/>
                <a:cs typeface="Golos Text"/>
                <a:sym typeface="Golos Text"/>
              </a:rPr>
              <a:t>Key Takeaways</a:t>
            </a:r>
            <a:endParaRPr b="1" sz="3500">
              <a:solidFill>
                <a:srgbClr val="17244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515" name="Google Shape;1515;p107"/>
          <p:cNvSpPr txBox="1"/>
          <p:nvPr/>
        </p:nvSpPr>
        <p:spPr>
          <a:xfrm>
            <a:off x="399175" y="1123500"/>
            <a:ext cx="8231700" cy="2896500"/>
          </a:xfrm>
          <a:prstGeom prst="rect">
            <a:avLst/>
          </a:prstGeom>
          <a:solidFill>
            <a:srgbClr val="F2F2F2">
              <a:alpha val="0"/>
            </a:srgbClr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Overall people are less nervous about AI than we thought they would be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When people are nervous it is mostly focused on AI replacing them, specifically in the workplace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Overtime people are viewing the topic of AI more positively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Maybe as people use AI more they see the advantages of it and enjoy using it more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9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520;p108"/>
          <p:cNvSpPr txBox="1"/>
          <p:nvPr/>
        </p:nvSpPr>
        <p:spPr>
          <a:xfrm>
            <a:off x="2496150" y="4125850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Please keep this slide for attribution</a:t>
            </a:r>
            <a:endParaRPr sz="1200">
              <a:solidFill>
                <a:schemeClr val="lt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1521" name="Google Shape;1521;p108"/>
          <p:cNvGrpSpPr/>
          <p:nvPr/>
        </p:nvGrpSpPr>
        <p:grpSpPr>
          <a:xfrm flipH="1">
            <a:off x="481682" y="440423"/>
            <a:ext cx="1174231" cy="940257"/>
            <a:chOff x="7599119" y="3133086"/>
            <a:chExt cx="1174231" cy="940257"/>
          </a:xfrm>
        </p:grpSpPr>
        <p:sp>
          <p:nvSpPr>
            <p:cNvPr id="1522" name="Google Shape;1522;p108"/>
            <p:cNvSpPr/>
            <p:nvPr/>
          </p:nvSpPr>
          <p:spPr>
            <a:xfrm flipH="1" rot="358398">
              <a:off x="7639391" y="3187737"/>
              <a:ext cx="1093688" cy="830955"/>
            </a:xfrm>
            <a:custGeom>
              <a:rect b="b" l="l" r="r" t="t"/>
              <a:pathLst>
                <a:path extrusionOk="0" h="9289" w="12225">
                  <a:moveTo>
                    <a:pt x="1551" y="0"/>
                  </a:moveTo>
                  <a:cubicBezTo>
                    <a:pt x="697" y="0"/>
                    <a:pt x="0" y="698"/>
                    <a:pt x="0" y="1551"/>
                  </a:cubicBezTo>
                  <a:lnTo>
                    <a:pt x="0" y="5015"/>
                  </a:lnTo>
                  <a:cubicBezTo>
                    <a:pt x="0" y="5868"/>
                    <a:pt x="697" y="6566"/>
                    <a:pt x="1551" y="6566"/>
                  </a:cubicBezTo>
                  <a:lnTo>
                    <a:pt x="7384" y="6566"/>
                  </a:lnTo>
                  <a:lnTo>
                    <a:pt x="10984" y="9289"/>
                  </a:lnTo>
                  <a:lnTo>
                    <a:pt x="10245" y="6566"/>
                  </a:lnTo>
                  <a:lnTo>
                    <a:pt x="10674" y="6566"/>
                  </a:lnTo>
                  <a:cubicBezTo>
                    <a:pt x="11526" y="6566"/>
                    <a:pt x="12225" y="5867"/>
                    <a:pt x="12225" y="5015"/>
                  </a:cubicBezTo>
                  <a:lnTo>
                    <a:pt x="12225" y="1551"/>
                  </a:lnTo>
                  <a:cubicBezTo>
                    <a:pt x="12225" y="698"/>
                    <a:pt x="11526" y="0"/>
                    <a:pt x="10674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23" name="Google Shape;1523;p108"/>
            <p:cNvGrpSpPr/>
            <p:nvPr/>
          </p:nvGrpSpPr>
          <p:grpSpPr>
            <a:xfrm flipH="1" rot="358386">
              <a:off x="7639350" y="3191912"/>
              <a:ext cx="1093770" cy="822635"/>
              <a:chOff x="3946050" y="181125"/>
              <a:chExt cx="839376" cy="631351"/>
            </a:xfrm>
          </p:grpSpPr>
          <p:sp>
            <p:nvSpPr>
              <p:cNvPr id="1524" name="Google Shape;1524;p108"/>
              <p:cNvSpPr/>
              <p:nvPr/>
            </p:nvSpPr>
            <p:spPr>
              <a:xfrm>
                <a:off x="3946050" y="181125"/>
                <a:ext cx="839376" cy="450789"/>
              </a:xfrm>
              <a:custGeom>
                <a:rect b="b" l="l" r="r" t="t"/>
                <a:pathLst>
                  <a:path extrusionOk="0" h="6566" w="12226">
                    <a:moveTo>
                      <a:pt x="1552" y="0"/>
                    </a:moveTo>
                    <a:cubicBezTo>
                      <a:pt x="699" y="0"/>
                      <a:pt x="1" y="698"/>
                      <a:pt x="1" y="1551"/>
                    </a:cubicBezTo>
                    <a:lnTo>
                      <a:pt x="1" y="5015"/>
                    </a:lnTo>
                    <a:cubicBezTo>
                      <a:pt x="1" y="5867"/>
                      <a:pt x="699" y="6566"/>
                      <a:pt x="1552" y="6566"/>
                    </a:cubicBezTo>
                    <a:lnTo>
                      <a:pt x="10675" y="6566"/>
                    </a:lnTo>
                    <a:cubicBezTo>
                      <a:pt x="11528" y="6566"/>
                      <a:pt x="12226" y="5867"/>
                      <a:pt x="12226" y="5015"/>
                    </a:cubicBezTo>
                    <a:lnTo>
                      <a:pt x="12226" y="1551"/>
                    </a:lnTo>
                    <a:cubicBezTo>
                      <a:pt x="12226" y="698"/>
                      <a:pt x="11528" y="0"/>
                      <a:pt x="1067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5" name="Google Shape;1525;p108"/>
              <p:cNvSpPr/>
              <p:nvPr/>
            </p:nvSpPr>
            <p:spPr>
              <a:xfrm>
                <a:off x="4453014" y="625460"/>
                <a:ext cx="247364" cy="187016"/>
              </a:xfrm>
              <a:custGeom>
                <a:rect b="b" l="l" r="r" t="t"/>
                <a:pathLst>
                  <a:path extrusionOk="0" h="2724" w="3603">
                    <a:moveTo>
                      <a:pt x="1" y="1"/>
                    </a:moveTo>
                    <a:lnTo>
                      <a:pt x="3602" y="2724"/>
                    </a:lnTo>
                    <a:lnTo>
                      <a:pt x="2862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6" name="Google Shape;1526;p108"/>
              <p:cNvSpPr/>
              <p:nvPr/>
            </p:nvSpPr>
            <p:spPr>
              <a:xfrm>
                <a:off x="4031185" y="388743"/>
                <a:ext cx="669180" cy="35632"/>
              </a:xfrm>
              <a:custGeom>
                <a:rect b="b" l="l" r="r" t="t"/>
                <a:pathLst>
                  <a:path extrusionOk="0" h="519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59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1"/>
                      <a:pt x="9746" y="259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7" name="Google Shape;1527;p108"/>
              <p:cNvSpPr/>
              <p:nvPr/>
            </p:nvSpPr>
            <p:spPr>
              <a:xfrm>
                <a:off x="4031185" y="281982"/>
                <a:ext cx="669180" cy="35632"/>
              </a:xfrm>
              <a:custGeom>
                <a:rect b="b" l="l" r="r" t="t"/>
                <a:pathLst>
                  <a:path extrusionOk="0" h="519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60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2"/>
                      <a:pt x="9746" y="260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8" name="Google Shape;1528;p108"/>
              <p:cNvSpPr/>
              <p:nvPr/>
            </p:nvSpPr>
            <p:spPr>
              <a:xfrm>
                <a:off x="4031185" y="495436"/>
                <a:ext cx="669180" cy="35563"/>
              </a:xfrm>
              <a:custGeom>
                <a:rect b="b" l="l" r="r" t="t"/>
                <a:pathLst>
                  <a:path extrusionOk="0" h="518" w="9747">
                    <a:moveTo>
                      <a:pt x="259" y="1"/>
                    </a:moveTo>
                    <a:cubicBezTo>
                      <a:pt x="117" y="1"/>
                      <a:pt x="0" y="117"/>
                      <a:pt x="0" y="259"/>
                    </a:cubicBezTo>
                    <a:cubicBezTo>
                      <a:pt x="0" y="402"/>
                      <a:pt x="117" y="518"/>
                      <a:pt x="259" y="518"/>
                    </a:cubicBezTo>
                    <a:lnTo>
                      <a:pt x="9487" y="518"/>
                    </a:lnTo>
                    <a:cubicBezTo>
                      <a:pt x="9630" y="518"/>
                      <a:pt x="9746" y="402"/>
                      <a:pt x="9746" y="259"/>
                    </a:cubicBezTo>
                    <a:cubicBezTo>
                      <a:pt x="9746" y="117"/>
                      <a:pt x="9630" y="1"/>
                      <a:pt x="94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29" name="Google Shape;1529;p108"/>
          <p:cNvGrpSpPr/>
          <p:nvPr/>
        </p:nvGrpSpPr>
        <p:grpSpPr>
          <a:xfrm>
            <a:off x="561246" y="3443526"/>
            <a:ext cx="812893" cy="755438"/>
            <a:chOff x="7664871" y="151651"/>
            <a:chExt cx="812893" cy="755438"/>
          </a:xfrm>
        </p:grpSpPr>
        <p:sp>
          <p:nvSpPr>
            <p:cNvPr id="1530" name="Google Shape;1530;p108"/>
            <p:cNvSpPr/>
            <p:nvPr/>
          </p:nvSpPr>
          <p:spPr>
            <a:xfrm rot="408062">
              <a:off x="7702114" y="193007"/>
              <a:ext cx="738415" cy="672724"/>
            </a:xfrm>
            <a:custGeom>
              <a:rect b="b" l="l" r="r" t="t"/>
              <a:pathLst>
                <a:path extrusionOk="0" h="5571" w="6115">
                  <a:moveTo>
                    <a:pt x="3058" y="1"/>
                  </a:moveTo>
                  <a:cubicBezTo>
                    <a:pt x="2345" y="1"/>
                    <a:pt x="1632" y="272"/>
                    <a:pt x="1089" y="816"/>
                  </a:cubicBezTo>
                  <a:cubicBezTo>
                    <a:pt x="1" y="1904"/>
                    <a:pt x="1" y="3667"/>
                    <a:pt x="1089" y="4755"/>
                  </a:cubicBezTo>
                  <a:cubicBezTo>
                    <a:pt x="1632" y="5298"/>
                    <a:pt x="2345" y="5570"/>
                    <a:pt x="3058" y="5570"/>
                  </a:cubicBezTo>
                  <a:cubicBezTo>
                    <a:pt x="3770" y="5570"/>
                    <a:pt x="4483" y="5298"/>
                    <a:pt x="5026" y="4755"/>
                  </a:cubicBezTo>
                  <a:cubicBezTo>
                    <a:pt x="6115" y="3667"/>
                    <a:pt x="6115" y="1904"/>
                    <a:pt x="5026" y="816"/>
                  </a:cubicBezTo>
                  <a:cubicBezTo>
                    <a:pt x="4483" y="272"/>
                    <a:pt x="3770" y="1"/>
                    <a:pt x="3058" y="1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31" name="Google Shape;1531;p108"/>
            <p:cNvGrpSpPr/>
            <p:nvPr/>
          </p:nvGrpSpPr>
          <p:grpSpPr>
            <a:xfrm rot="408094">
              <a:off x="7702108" y="193009"/>
              <a:ext cx="738412" cy="672722"/>
              <a:chOff x="3392500" y="181000"/>
              <a:chExt cx="700168" cy="637880"/>
            </a:xfrm>
          </p:grpSpPr>
          <p:sp>
            <p:nvSpPr>
              <p:cNvPr id="1532" name="Google Shape;1532;p108"/>
              <p:cNvSpPr/>
              <p:nvPr/>
            </p:nvSpPr>
            <p:spPr>
              <a:xfrm>
                <a:off x="3392500" y="181000"/>
                <a:ext cx="700168" cy="637880"/>
              </a:xfrm>
              <a:custGeom>
                <a:rect b="b" l="l" r="r" t="t"/>
                <a:pathLst>
                  <a:path extrusionOk="0" h="5571" w="6115">
                    <a:moveTo>
                      <a:pt x="3058" y="1"/>
                    </a:moveTo>
                    <a:cubicBezTo>
                      <a:pt x="2345" y="1"/>
                      <a:pt x="1632" y="272"/>
                      <a:pt x="1089" y="816"/>
                    </a:cubicBezTo>
                    <a:cubicBezTo>
                      <a:pt x="1" y="1904"/>
                      <a:pt x="1" y="3667"/>
                      <a:pt x="1089" y="4755"/>
                    </a:cubicBezTo>
                    <a:cubicBezTo>
                      <a:pt x="1632" y="5298"/>
                      <a:pt x="2345" y="5570"/>
                      <a:pt x="3058" y="5570"/>
                    </a:cubicBezTo>
                    <a:cubicBezTo>
                      <a:pt x="3770" y="5570"/>
                      <a:pt x="4483" y="5298"/>
                      <a:pt x="5026" y="4755"/>
                    </a:cubicBezTo>
                    <a:cubicBezTo>
                      <a:pt x="6115" y="3667"/>
                      <a:pt x="6115" y="1904"/>
                      <a:pt x="5026" y="816"/>
                    </a:cubicBezTo>
                    <a:cubicBezTo>
                      <a:pt x="4483" y="272"/>
                      <a:pt x="3770" y="1"/>
                      <a:pt x="30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3" name="Google Shape;1533;p108"/>
              <p:cNvSpPr/>
              <p:nvPr/>
            </p:nvSpPr>
            <p:spPr>
              <a:xfrm>
                <a:off x="3614513" y="329391"/>
                <a:ext cx="117477" cy="341096"/>
              </a:xfrm>
              <a:custGeom>
                <a:rect b="b" l="l" r="r" t="t"/>
                <a:pathLst>
                  <a:path extrusionOk="0" h="2979" w="1026">
                    <a:moveTo>
                      <a:pt x="534" y="0"/>
                    </a:moveTo>
                    <a:lnTo>
                      <a:pt x="0" y="2979"/>
                    </a:lnTo>
                    <a:lnTo>
                      <a:pt x="492" y="2979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4" name="Google Shape;1534;p108"/>
              <p:cNvSpPr/>
              <p:nvPr/>
            </p:nvSpPr>
            <p:spPr>
              <a:xfrm>
                <a:off x="3753286" y="329391"/>
                <a:ext cx="117592" cy="341096"/>
              </a:xfrm>
              <a:custGeom>
                <a:rect b="b" l="l" r="r" t="t"/>
                <a:pathLst>
                  <a:path extrusionOk="0" h="2979" w="1027">
                    <a:moveTo>
                      <a:pt x="534" y="0"/>
                    </a:moveTo>
                    <a:lnTo>
                      <a:pt x="1" y="2979"/>
                    </a:lnTo>
                    <a:lnTo>
                      <a:pt x="492" y="2979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5" name="Google Shape;1535;p108"/>
              <p:cNvSpPr/>
              <p:nvPr/>
            </p:nvSpPr>
            <p:spPr>
              <a:xfrm>
                <a:off x="3568256" y="402441"/>
                <a:ext cx="369263" cy="57250"/>
              </a:xfrm>
              <a:custGeom>
                <a:rect b="b" l="l" r="r" t="t"/>
                <a:pathLst>
                  <a:path extrusionOk="0" h="500" w="3225">
                    <a:moveTo>
                      <a:pt x="3224" y="1"/>
                    </a:moveTo>
                    <a:lnTo>
                      <a:pt x="72" y="12"/>
                    </a:lnTo>
                    <a:lnTo>
                      <a:pt x="0" y="500"/>
                    </a:lnTo>
                    <a:lnTo>
                      <a:pt x="0" y="500"/>
                    </a:lnTo>
                    <a:lnTo>
                      <a:pt x="3152" y="487"/>
                    </a:lnTo>
                    <a:lnTo>
                      <a:pt x="322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6" name="Google Shape;1536;p108"/>
              <p:cNvSpPr/>
              <p:nvPr/>
            </p:nvSpPr>
            <p:spPr>
              <a:xfrm>
                <a:off x="3547875" y="540184"/>
                <a:ext cx="369263" cy="57250"/>
              </a:xfrm>
              <a:custGeom>
                <a:rect b="b" l="l" r="r" t="t"/>
                <a:pathLst>
                  <a:path extrusionOk="0" h="500" w="3225">
                    <a:moveTo>
                      <a:pt x="3224" y="0"/>
                    </a:moveTo>
                    <a:lnTo>
                      <a:pt x="72" y="12"/>
                    </a:lnTo>
                    <a:lnTo>
                      <a:pt x="0" y="500"/>
                    </a:lnTo>
                    <a:lnTo>
                      <a:pt x="3152" y="488"/>
                    </a:lnTo>
                    <a:lnTo>
                      <a:pt x="322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37" name="Google Shape;1537;p108"/>
          <p:cNvGrpSpPr/>
          <p:nvPr/>
        </p:nvGrpSpPr>
        <p:grpSpPr>
          <a:xfrm flipH="1" rot="454706">
            <a:off x="7674032" y="527565"/>
            <a:ext cx="812923" cy="667169"/>
            <a:chOff x="4064963" y="3978750"/>
            <a:chExt cx="725378" cy="595373"/>
          </a:xfrm>
        </p:grpSpPr>
        <p:sp>
          <p:nvSpPr>
            <p:cNvPr id="1538" name="Google Shape;1538;p108"/>
            <p:cNvSpPr/>
            <p:nvPr/>
          </p:nvSpPr>
          <p:spPr>
            <a:xfrm>
              <a:off x="4065003" y="3978750"/>
              <a:ext cx="725301" cy="595373"/>
            </a:xfrm>
            <a:custGeom>
              <a:rect b="b" l="l" r="r" t="t"/>
              <a:pathLst>
                <a:path extrusionOk="0" h="7680" w="9356">
                  <a:moveTo>
                    <a:pt x="1293" y="0"/>
                  </a:moveTo>
                  <a:cubicBezTo>
                    <a:pt x="582" y="0"/>
                    <a:pt x="0" y="583"/>
                    <a:pt x="0" y="1293"/>
                  </a:cubicBezTo>
                  <a:lnTo>
                    <a:pt x="0" y="4126"/>
                  </a:lnTo>
                  <a:cubicBezTo>
                    <a:pt x="0" y="4837"/>
                    <a:pt x="582" y="5419"/>
                    <a:pt x="1293" y="5419"/>
                  </a:cubicBezTo>
                  <a:lnTo>
                    <a:pt x="4995" y="5419"/>
                  </a:lnTo>
                  <a:lnTo>
                    <a:pt x="7996" y="7680"/>
                  </a:lnTo>
                  <a:lnTo>
                    <a:pt x="7621" y="5419"/>
                  </a:lnTo>
                  <a:lnTo>
                    <a:pt x="8063" y="5419"/>
                  </a:lnTo>
                  <a:cubicBezTo>
                    <a:pt x="8774" y="5419"/>
                    <a:pt x="9356" y="4838"/>
                    <a:pt x="9356" y="4126"/>
                  </a:cubicBezTo>
                  <a:lnTo>
                    <a:pt x="9356" y="1293"/>
                  </a:lnTo>
                  <a:cubicBezTo>
                    <a:pt x="9355" y="583"/>
                    <a:pt x="8774" y="0"/>
                    <a:pt x="8062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39" name="Google Shape;1539;p108"/>
            <p:cNvGrpSpPr/>
            <p:nvPr/>
          </p:nvGrpSpPr>
          <p:grpSpPr>
            <a:xfrm>
              <a:off x="4064963" y="3981950"/>
              <a:ext cx="725378" cy="588978"/>
              <a:chOff x="2486400" y="3978750"/>
              <a:chExt cx="725378" cy="588978"/>
            </a:xfrm>
          </p:grpSpPr>
          <p:sp>
            <p:nvSpPr>
              <p:cNvPr id="1540" name="Google Shape;1540;p108"/>
              <p:cNvSpPr/>
              <p:nvPr/>
            </p:nvSpPr>
            <p:spPr>
              <a:xfrm>
                <a:off x="2486400" y="3978750"/>
                <a:ext cx="725378" cy="420172"/>
              </a:xfrm>
              <a:custGeom>
                <a:rect b="b" l="l" r="r" t="t"/>
                <a:pathLst>
                  <a:path extrusionOk="0" h="5420" w="9357">
                    <a:moveTo>
                      <a:pt x="1293" y="0"/>
                    </a:moveTo>
                    <a:cubicBezTo>
                      <a:pt x="583" y="0"/>
                      <a:pt x="1" y="583"/>
                      <a:pt x="1" y="1293"/>
                    </a:cubicBezTo>
                    <a:lnTo>
                      <a:pt x="1" y="4126"/>
                    </a:lnTo>
                    <a:cubicBezTo>
                      <a:pt x="1" y="4838"/>
                      <a:pt x="583" y="5419"/>
                      <a:pt x="1293" y="5419"/>
                    </a:cubicBezTo>
                    <a:lnTo>
                      <a:pt x="8062" y="5419"/>
                    </a:lnTo>
                    <a:cubicBezTo>
                      <a:pt x="8774" y="5419"/>
                      <a:pt x="9355" y="4837"/>
                      <a:pt x="9356" y="4126"/>
                    </a:cubicBezTo>
                    <a:lnTo>
                      <a:pt x="9356" y="1293"/>
                    </a:lnTo>
                    <a:cubicBezTo>
                      <a:pt x="9356" y="582"/>
                      <a:pt x="8774" y="0"/>
                      <a:pt x="806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1" name="Google Shape;1541;p108"/>
              <p:cNvSpPr/>
              <p:nvPr/>
            </p:nvSpPr>
            <p:spPr>
              <a:xfrm>
                <a:off x="2873628" y="4392450"/>
                <a:ext cx="232723" cy="175278"/>
              </a:xfrm>
              <a:custGeom>
                <a:rect b="b" l="l" r="r" t="t"/>
                <a:pathLst>
                  <a:path extrusionOk="0" h="2261" w="3002">
                    <a:moveTo>
                      <a:pt x="1" y="0"/>
                    </a:moveTo>
                    <a:lnTo>
                      <a:pt x="3002" y="2261"/>
                    </a:lnTo>
                    <a:lnTo>
                      <a:pt x="2626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2" name="Google Shape;1542;p108"/>
              <p:cNvSpPr/>
              <p:nvPr/>
            </p:nvSpPr>
            <p:spPr>
              <a:xfrm>
                <a:off x="2779476" y="4065657"/>
                <a:ext cx="305284" cy="276290"/>
              </a:xfrm>
              <a:custGeom>
                <a:rect b="b" l="l" r="r" t="t"/>
                <a:pathLst>
                  <a:path extrusionOk="0" h="3564" w="3938">
                    <a:moveTo>
                      <a:pt x="1038" y="0"/>
                    </a:moveTo>
                    <a:cubicBezTo>
                      <a:pt x="1005" y="0"/>
                      <a:pt x="973" y="2"/>
                      <a:pt x="940" y="5"/>
                    </a:cubicBezTo>
                    <a:cubicBezTo>
                      <a:pt x="454" y="49"/>
                      <a:pt x="63" y="449"/>
                      <a:pt x="27" y="935"/>
                    </a:cubicBezTo>
                    <a:cubicBezTo>
                      <a:pt x="1" y="1266"/>
                      <a:pt x="137" y="1566"/>
                      <a:pt x="362" y="1768"/>
                    </a:cubicBezTo>
                    <a:lnTo>
                      <a:pt x="361" y="1768"/>
                    </a:lnTo>
                    <a:lnTo>
                      <a:pt x="1771" y="3470"/>
                    </a:lnTo>
                    <a:cubicBezTo>
                      <a:pt x="1822" y="3532"/>
                      <a:pt x="1896" y="3564"/>
                      <a:pt x="1970" y="3564"/>
                    </a:cubicBezTo>
                    <a:cubicBezTo>
                      <a:pt x="2044" y="3564"/>
                      <a:pt x="2117" y="3532"/>
                      <a:pt x="2169" y="3470"/>
                    </a:cubicBezTo>
                    <a:lnTo>
                      <a:pt x="3579" y="1768"/>
                    </a:lnTo>
                    <a:lnTo>
                      <a:pt x="3578" y="1768"/>
                    </a:lnTo>
                    <a:cubicBezTo>
                      <a:pt x="3803" y="1566"/>
                      <a:pt x="3938" y="1266"/>
                      <a:pt x="3913" y="935"/>
                    </a:cubicBezTo>
                    <a:cubicBezTo>
                      <a:pt x="3876" y="449"/>
                      <a:pt x="3485" y="49"/>
                      <a:pt x="3000" y="5"/>
                    </a:cubicBezTo>
                    <a:cubicBezTo>
                      <a:pt x="2967" y="2"/>
                      <a:pt x="2934" y="0"/>
                      <a:pt x="2902" y="0"/>
                    </a:cubicBezTo>
                    <a:cubicBezTo>
                      <a:pt x="2482" y="0"/>
                      <a:pt x="2123" y="255"/>
                      <a:pt x="1969" y="619"/>
                    </a:cubicBezTo>
                    <a:cubicBezTo>
                      <a:pt x="1816" y="255"/>
                      <a:pt x="1456" y="0"/>
                      <a:pt x="103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3" name="Google Shape;1543;p108"/>
              <p:cNvSpPr/>
              <p:nvPr/>
            </p:nvSpPr>
            <p:spPr>
              <a:xfrm flipH="1">
                <a:off x="2587338" y="4088759"/>
                <a:ext cx="122641" cy="196520"/>
              </a:xfrm>
              <a:custGeom>
                <a:rect b="b" l="l" r="r" t="t"/>
                <a:pathLst>
                  <a:path extrusionOk="0" h="2535" w="1582">
                    <a:moveTo>
                      <a:pt x="721" y="0"/>
                    </a:moveTo>
                    <a:cubicBezTo>
                      <a:pt x="623" y="0"/>
                      <a:pt x="516" y="13"/>
                      <a:pt x="397" y="41"/>
                    </a:cubicBezTo>
                    <a:cubicBezTo>
                      <a:pt x="280" y="69"/>
                      <a:pt x="153" y="110"/>
                      <a:pt x="18" y="165"/>
                    </a:cubicBezTo>
                    <a:lnTo>
                      <a:pt x="18" y="505"/>
                    </a:lnTo>
                    <a:cubicBezTo>
                      <a:pt x="151" y="431"/>
                      <a:pt x="276" y="375"/>
                      <a:pt x="392" y="338"/>
                    </a:cubicBezTo>
                    <a:cubicBezTo>
                      <a:pt x="510" y="301"/>
                      <a:pt x="622" y="283"/>
                      <a:pt x="727" y="283"/>
                    </a:cubicBezTo>
                    <a:cubicBezTo>
                      <a:pt x="877" y="283"/>
                      <a:pt x="997" y="325"/>
                      <a:pt x="1089" y="408"/>
                    </a:cubicBezTo>
                    <a:cubicBezTo>
                      <a:pt x="1183" y="492"/>
                      <a:pt x="1229" y="600"/>
                      <a:pt x="1229" y="731"/>
                    </a:cubicBezTo>
                    <a:cubicBezTo>
                      <a:pt x="1229" y="813"/>
                      <a:pt x="1208" y="896"/>
                      <a:pt x="1165" y="980"/>
                    </a:cubicBezTo>
                    <a:cubicBezTo>
                      <a:pt x="1122" y="1064"/>
                      <a:pt x="1047" y="1165"/>
                      <a:pt x="939" y="1287"/>
                    </a:cubicBezTo>
                    <a:cubicBezTo>
                      <a:pt x="883" y="1351"/>
                      <a:pt x="744" y="1495"/>
                      <a:pt x="523" y="1719"/>
                    </a:cubicBezTo>
                    <a:cubicBezTo>
                      <a:pt x="303" y="1941"/>
                      <a:pt x="129" y="2119"/>
                      <a:pt x="0" y="2250"/>
                    </a:cubicBezTo>
                    <a:lnTo>
                      <a:pt x="0" y="2534"/>
                    </a:lnTo>
                    <a:lnTo>
                      <a:pt x="1581" y="2534"/>
                    </a:lnTo>
                    <a:lnTo>
                      <a:pt x="1581" y="2250"/>
                    </a:lnTo>
                    <a:lnTo>
                      <a:pt x="406" y="2250"/>
                    </a:lnTo>
                    <a:cubicBezTo>
                      <a:pt x="677" y="1974"/>
                      <a:pt x="887" y="1759"/>
                      <a:pt x="1036" y="1605"/>
                    </a:cubicBezTo>
                    <a:cubicBezTo>
                      <a:pt x="1185" y="1451"/>
                      <a:pt x="1274" y="1358"/>
                      <a:pt x="1301" y="1326"/>
                    </a:cubicBezTo>
                    <a:cubicBezTo>
                      <a:pt x="1402" y="1201"/>
                      <a:pt x="1472" y="1093"/>
                      <a:pt x="1509" y="1002"/>
                    </a:cubicBezTo>
                    <a:cubicBezTo>
                      <a:pt x="1548" y="909"/>
                      <a:pt x="1568" y="813"/>
                      <a:pt x="1568" y="710"/>
                    </a:cubicBezTo>
                    <a:cubicBezTo>
                      <a:pt x="1568" y="495"/>
                      <a:pt x="1491" y="322"/>
                      <a:pt x="1337" y="193"/>
                    </a:cubicBezTo>
                    <a:cubicBezTo>
                      <a:pt x="1184" y="65"/>
                      <a:pt x="978" y="0"/>
                      <a:pt x="7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44" name="Google Shape;1544;p108"/>
          <p:cNvGrpSpPr/>
          <p:nvPr/>
        </p:nvGrpSpPr>
        <p:grpSpPr>
          <a:xfrm>
            <a:off x="1329195" y="4198985"/>
            <a:ext cx="508982" cy="485315"/>
            <a:chOff x="8264420" y="1017185"/>
            <a:chExt cx="508982" cy="485315"/>
          </a:xfrm>
        </p:grpSpPr>
        <p:sp>
          <p:nvSpPr>
            <p:cNvPr id="1545" name="Google Shape;1545;p108"/>
            <p:cNvSpPr/>
            <p:nvPr/>
          </p:nvSpPr>
          <p:spPr>
            <a:xfrm>
              <a:off x="8264420" y="1017185"/>
              <a:ext cx="508962" cy="485299"/>
            </a:xfrm>
            <a:custGeom>
              <a:rect b="b" l="l" r="r" t="t"/>
              <a:pathLst>
                <a:path extrusionOk="0" h="6768" w="7098">
                  <a:moveTo>
                    <a:pt x="3715" y="1"/>
                  </a:moveTo>
                  <a:cubicBezTo>
                    <a:pt x="2849" y="1"/>
                    <a:pt x="1983" y="331"/>
                    <a:pt x="1322" y="992"/>
                  </a:cubicBezTo>
                  <a:cubicBezTo>
                    <a:pt x="0" y="2313"/>
                    <a:pt x="0" y="4456"/>
                    <a:pt x="1322" y="5777"/>
                  </a:cubicBezTo>
                  <a:cubicBezTo>
                    <a:pt x="1957" y="6412"/>
                    <a:pt x="2817" y="6767"/>
                    <a:pt x="3714" y="6767"/>
                  </a:cubicBezTo>
                  <a:cubicBezTo>
                    <a:pt x="4612" y="6767"/>
                    <a:pt x="5473" y="6412"/>
                    <a:pt x="6107" y="5777"/>
                  </a:cubicBezTo>
                  <a:cubicBezTo>
                    <a:pt x="6742" y="5142"/>
                    <a:pt x="7098" y="4282"/>
                    <a:pt x="7098" y="3384"/>
                  </a:cubicBezTo>
                  <a:cubicBezTo>
                    <a:pt x="7098" y="2487"/>
                    <a:pt x="6742" y="1626"/>
                    <a:pt x="6107" y="992"/>
                  </a:cubicBezTo>
                  <a:cubicBezTo>
                    <a:pt x="5446" y="331"/>
                    <a:pt x="4580" y="1"/>
                    <a:pt x="3715" y="1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46" name="Google Shape;1546;p108"/>
            <p:cNvGrpSpPr/>
            <p:nvPr/>
          </p:nvGrpSpPr>
          <p:grpSpPr>
            <a:xfrm>
              <a:off x="8264433" y="1017193"/>
              <a:ext cx="508969" cy="485306"/>
              <a:chOff x="2714613" y="231688"/>
              <a:chExt cx="618733" cy="589967"/>
            </a:xfrm>
          </p:grpSpPr>
          <p:sp>
            <p:nvSpPr>
              <p:cNvPr id="1547" name="Google Shape;1547;p108"/>
              <p:cNvSpPr/>
              <p:nvPr/>
            </p:nvSpPr>
            <p:spPr>
              <a:xfrm>
                <a:off x="2714613" y="231688"/>
                <a:ext cx="618733" cy="589967"/>
              </a:xfrm>
              <a:custGeom>
                <a:rect b="b" l="l" r="r" t="t"/>
                <a:pathLst>
                  <a:path extrusionOk="0" h="6768" w="7098">
                    <a:moveTo>
                      <a:pt x="3713" y="1"/>
                    </a:moveTo>
                    <a:cubicBezTo>
                      <a:pt x="2847" y="1"/>
                      <a:pt x="1982" y="331"/>
                      <a:pt x="1322" y="992"/>
                    </a:cubicBezTo>
                    <a:cubicBezTo>
                      <a:pt x="0" y="2314"/>
                      <a:pt x="0" y="4456"/>
                      <a:pt x="1322" y="5777"/>
                    </a:cubicBezTo>
                    <a:cubicBezTo>
                      <a:pt x="1956" y="6412"/>
                      <a:pt x="2816" y="6768"/>
                      <a:pt x="3714" y="6768"/>
                    </a:cubicBezTo>
                    <a:cubicBezTo>
                      <a:pt x="4610" y="6768"/>
                      <a:pt x="5471" y="6412"/>
                      <a:pt x="6106" y="5777"/>
                    </a:cubicBezTo>
                    <a:cubicBezTo>
                      <a:pt x="6740" y="5143"/>
                      <a:pt x="7097" y="4282"/>
                      <a:pt x="7097" y="3384"/>
                    </a:cubicBezTo>
                    <a:cubicBezTo>
                      <a:pt x="7097" y="2487"/>
                      <a:pt x="6740" y="1627"/>
                      <a:pt x="6106" y="992"/>
                    </a:cubicBezTo>
                    <a:cubicBezTo>
                      <a:pt x="5445" y="331"/>
                      <a:pt x="4579" y="1"/>
                      <a:pt x="371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8" name="Google Shape;1548;p108"/>
              <p:cNvSpPr/>
              <p:nvPr/>
            </p:nvSpPr>
            <p:spPr>
              <a:xfrm>
                <a:off x="2851906" y="335401"/>
                <a:ext cx="372913" cy="354695"/>
              </a:xfrm>
              <a:custGeom>
                <a:rect b="b" l="l" r="r" t="t"/>
                <a:pathLst>
                  <a:path extrusionOk="0" h="4069" w="4278">
                    <a:moveTo>
                      <a:pt x="2140" y="1"/>
                    </a:moveTo>
                    <a:lnTo>
                      <a:pt x="1478" y="1340"/>
                    </a:lnTo>
                    <a:lnTo>
                      <a:pt x="1" y="1554"/>
                    </a:lnTo>
                    <a:lnTo>
                      <a:pt x="1070" y="2597"/>
                    </a:lnTo>
                    <a:lnTo>
                      <a:pt x="817" y="4069"/>
                    </a:lnTo>
                    <a:lnTo>
                      <a:pt x="2140" y="3374"/>
                    </a:lnTo>
                    <a:lnTo>
                      <a:pt x="3461" y="4069"/>
                    </a:lnTo>
                    <a:lnTo>
                      <a:pt x="3461" y="4069"/>
                    </a:lnTo>
                    <a:lnTo>
                      <a:pt x="3208" y="2597"/>
                    </a:lnTo>
                    <a:lnTo>
                      <a:pt x="4278" y="1554"/>
                    </a:lnTo>
                    <a:lnTo>
                      <a:pt x="2800" y="1340"/>
                    </a:lnTo>
                    <a:lnTo>
                      <a:pt x="21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49" name="Google Shape;1549;p108"/>
          <p:cNvGrpSpPr/>
          <p:nvPr/>
        </p:nvGrpSpPr>
        <p:grpSpPr>
          <a:xfrm rot="394684">
            <a:off x="7895484" y="3741148"/>
            <a:ext cx="673337" cy="673337"/>
            <a:chOff x="369411" y="4281700"/>
            <a:chExt cx="567589" cy="567589"/>
          </a:xfrm>
        </p:grpSpPr>
        <p:sp>
          <p:nvSpPr>
            <p:cNvPr id="1550" name="Google Shape;1550;p108"/>
            <p:cNvSpPr/>
            <p:nvPr/>
          </p:nvSpPr>
          <p:spPr>
            <a:xfrm>
              <a:off x="369411" y="4281763"/>
              <a:ext cx="567589" cy="567474"/>
            </a:xfrm>
            <a:custGeom>
              <a:rect b="b" l="l" r="r" t="t"/>
              <a:pathLst>
                <a:path extrusionOk="0" h="9879" w="9881">
                  <a:moveTo>
                    <a:pt x="4940" y="0"/>
                  </a:moveTo>
                  <a:cubicBezTo>
                    <a:pt x="3629" y="0"/>
                    <a:pt x="2374" y="520"/>
                    <a:pt x="1447" y="1446"/>
                  </a:cubicBezTo>
                  <a:cubicBezTo>
                    <a:pt x="521" y="2373"/>
                    <a:pt x="0" y="3629"/>
                    <a:pt x="0" y="4939"/>
                  </a:cubicBezTo>
                  <a:cubicBezTo>
                    <a:pt x="0" y="6250"/>
                    <a:pt x="521" y="7505"/>
                    <a:pt x="1447" y="8432"/>
                  </a:cubicBezTo>
                  <a:cubicBezTo>
                    <a:pt x="2374" y="9359"/>
                    <a:pt x="3629" y="9879"/>
                    <a:pt x="4940" y="9879"/>
                  </a:cubicBezTo>
                  <a:cubicBezTo>
                    <a:pt x="6250" y="9879"/>
                    <a:pt x="7507" y="9359"/>
                    <a:pt x="8433" y="8432"/>
                  </a:cubicBezTo>
                  <a:cubicBezTo>
                    <a:pt x="9359" y="7505"/>
                    <a:pt x="9880" y="6250"/>
                    <a:pt x="9880" y="4939"/>
                  </a:cubicBezTo>
                  <a:cubicBezTo>
                    <a:pt x="9880" y="3629"/>
                    <a:pt x="9359" y="2373"/>
                    <a:pt x="8433" y="1446"/>
                  </a:cubicBezTo>
                  <a:cubicBezTo>
                    <a:pt x="7507" y="520"/>
                    <a:pt x="6250" y="0"/>
                    <a:pt x="4940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762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rgbClr val="000000">
                  <a:alpha val="5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51" name="Google Shape;1551;p108"/>
            <p:cNvGrpSpPr/>
            <p:nvPr/>
          </p:nvGrpSpPr>
          <p:grpSpPr>
            <a:xfrm>
              <a:off x="369438" y="4281700"/>
              <a:ext cx="567532" cy="567589"/>
              <a:chOff x="388650" y="4371262"/>
              <a:chExt cx="567532" cy="567589"/>
            </a:xfrm>
          </p:grpSpPr>
          <p:sp>
            <p:nvSpPr>
              <p:cNvPr id="1552" name="Google Shape;1552;p108"/>
              <p:cNvSpPr/>
              <p:nvPr/>
            </p:nvSpPr>
            <p:spPr>
              <a:xfrm>
                <a:off x="388650" y="4371262"/>
                <a:ext cx="567532" cy="567589"/>
              </a:xfrm>
              <a:custGeom>
                <a:rect b="b" l="l" r="r" t="t"/>
                <a:pathLst>
                  <a:path extrusionOk="0" h="9881" w="9880">
                    <a:moveTo>
                      <a:pt x="4940" y="1"/>
                    </a:moveTo>
                    <a:cubicBezTo>
                      <a:pt x="3630" y="1"/>
                      <a:pt x="2373" y="522"/>
                      <a:pt x="1448" y="1447"/>
                    </a:cubicBezTo>
                    <a:cubicBezTo>
                      <a:pt x="521" y="2374"/>
                      <a:pt x="1" y="3631"/>
                      <a:pt x="1" y="4941"/>
                    </a:cubicBezTo>
                    <a:cubicBezTo>
                      <a:pt x="1" y="6251"/>
                      <a:pt x="521" y="7507"/>
                      <a:pt x="1448" y="8433"/>
                    </a:cubicBezTo>
                    <a:cubicBezTo>
                      <a:pt x="2373" y="9360"/>
                      <a:pt x="3630" y="9880"/>
                      <a:pt x="4940" y="9880"/>
                    </a:cubicBezTo>
                    <a:cubicBezTo>
                      <a:pt x="6251" y="9880"/>
                      <a:pt x="7507" y="9360"/>
                      <a:pt x="8433" y="8433"/>
                    </a:cubicBezTo>
                    <a:cubicBezTo>
                      <a:pt x="9359" y="7507"/>
                      <a:pt x="9880" y="6251"/>
                      <a:pt x="9880" y="4941"/>
                    </a:cubicBezTo>
                    <a:cubicBezTo>
                      <a:pt x="9880" y="3631"/>
                      <a:pt x="9359" y="2374"/>
                      <a:pt x="8433" y="1447"/>
                    </a:cubicBezTo>
                    <a:cubicBezTo>
                      <a:pt x="7507" y="522"/>
                      <a:pt x="6251" y="1"/>
                      <a:pt x="49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3" name="Google Shape;1553;p108"/>
              <p:cNvSpPr/>
              <p:nvPr/>
            </p:nvSpPr>
            <p:spPr>
              <a:xfrm>
                <a:off x="492908" y="4510732"/>
                <a:ext cx="359245" cy="316910"/>
              </a:xfrm>
              <a:custGeom>
                <a:rect b="b" l="l" r="r" t="t"/>
                <a:pathLst>
                  <a:path extrusionOk="0" h="5517" w="6254">
                    <a:moveTo>
                      <a:pt x="1606" y="0"/>
                    </a:moveTo>
                    <a:cubicBezTo>
                      <a:pt x="1575" y="0"/>
                      <a:pt x="1544" y="1"/>
                      <a:pt x="1513" y="3"/>
                    </a:cubicBezTo>
                    <a:cubicBezTo>
                      <a:pt x="703" y="49"/>
                      <a:pt x="50" y="713"/>
                      <a:pt x="16" y="1523"/>
                    </a:cubicBezTo>
                    <a:cubicBezTo>
                      <a:pt x="0" y="1925"/>
                      <a:pt x="134" y="2295"/>
                      <a:pt x="365" y="2583"/>
                    </a:cubicBezTo>
                    <a:cubicBezTo>
                      <a:pt x="408" y="2636"/>
                      <a:pt x="454" y="2687"/>
                      <a:pt x="503" y="2734"/>
                    </a:cubicBezTo>
                    <a:cubicBezTo>
                      <a:pt x="988" y="3262"/>
                      <a:pt x="2610" y="5019"/>
                      <a:pt x="3029" y="5473"/>
                    </a:cubicBezTo>
                    <a:cubicBezTo>
                      <a:pt x="3055" y="5502"/>
                      <a:pt x="3091" y="5516"/>
                      <a:pt x="3127" y="5516"/>
                    </a:cubicBezTo>
                    <a:cubicBezTo>
                      <a:pt x="3164" y="5516"/>
                      <a:pt x="3200" y="5502"/>
                      <a:pt x="3227" y="5473"/>
                    </a:cubicBezTo>
                    <a:lnTo>
                      <a:pt x="5744" y="2741"/>
                    </a:lnTo>
                    <a:cubicBezTo>
                      <a:pt x="5796" y="2693"/>
                      <a:pt x="5844" y="2639"/>
                      <a:pt x="5889" y="2584"/>
                    </a:cubicBezTo>
                    <a:lnTo>
                      <a:pt x="5890" y="2583"/>
                    </a:lnTo>
                    <a:cubicBezTo>
                      <a:pt x="6121" y="2295"/>
                      <a:pt x="6254" y="1925"/>
                      <a:pt x="6237" y="1523"/>
                    </a:cubicBezTo>
                    <a:cubicBezTo>
                      <a:pt x="6204" y="713"/>
                      <a:pt x="5551" y="49"/>
                      <a:pt x="4742" y="3"/>
                    </a:cubicBezTo>
                    <a:cubicBezTo>
                      <a:pt x="4711" y="1"/>
                      <a:pt x="4680" y="0"/>
                      <a:pt x="4649" y="0"/>
                    </a:cubicBezTo>
                    <a:cubicBezTo>
                      <a:pt x="3930" y="0"/>
                      <a:pt x="3324" y="478"/>
                      <a:pt x="3127" y="1134"/>
                    </a:cubicBezTo>
                    <a:cubicBezTo>
                      <a:pt x="2931" y="478"/>
                      <a:pt x="2324" y="0"/>
                      <a:pt x="160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554" name="Google Shape;1554;p108"/>
          <p:cNvSpPr/>
          <p:nvPr/>
        </p:nvSpPr>
        <p:spPr>
          <a:xfrm>
            <a:off x="1461932" y="2590950"/>
            <a:ext cx="243524" cy="201127"/>
          </a:xfrm>
          <a:custGeom>
            <a:rect b="b" l="l" r="r" t="t"/>
            <a:pathLst>
              <a:path extrusionOk="0" h="3898" w="4719">
                <a:moveTo>
                  <a:pt x="1222" y="0"/>
                </a:moveTo>
                <a:cubicBezTo>
                  <a:pt x="1192" y="0"/>
                  <a:pt x="1163" y="2"/>
                  <a:pt x="1133" y="4"/>
                </a:cubicBezTo>
                <a:cubicBezTo>
                  <a:pt x="568" y="44"/>
                  <a:pt x="101" y="490"/>
                  <a:pt x="38" y="1053"/>
                </a:cubicBezTo>
                <a:cubicBezTo>
                  <a:pt x="0" y="1387"/>
                  <a:pt x="102" y="1698"/>
                  <a:pt x="292" y="1934"/>
                </a:cubicBezTo>
                <a:cubicBezTo>
                  <a:pt x="324" y="1973"/>
                  <a:pt x="358" y="2011"/>
                  <a:pt x="395" y="2046"/>
                </a:cubicBezTo>
                <a:cubicBezTo>
                  <a:pt x="671" y="2346"/>
                  <a:pt x="1437" y="3177"/>
                  <a:pt x="1927" y="3708"/>
                </a:cubicBezTo>
                <a:cubicBezTo>
                  <a:pt x="2043" y="3835"/>
                  <a:pt x="2201" y="3898"/>
                  <a:pt x="2360" y="3898"/>
                </a:cubicBezTo>
                <a:cubicBezTo>
                  <a:pt x="2518" y="3898"/>
                  <a:pt x="2676" y="3835"/>
                  <a:pt x="2792" y="3708"/>
                </a:cubicBezTo>
                <a:lnTo>
                  <a:pt x="4319" y="2052"/>
                </a:lnTo>
                <a:cubicBezTo>
                  <a:pt x="4357" y="2015"/>
                  <a:pt x="4394" y="1976"/>
                  <a:pt x="4427" y="1934"/>
                </a:cubicBezTo>
                <a:lnTo>
                  <a:pt x="4428" y="1934"/>
                </a:lnTo>
                <a:cubicBezTo>
                  <a:pt x="4617" y="1698"/>
                  <a:pt x="4719" y="1387"/>
                  <a:pt x="4682" y="1053"/>
                </a:cubicBezTo>
                <a:cubicBezTo>
                  <a:pt x="4619" y="490"/>
                  <a:pt x="4152" y="44"/>
                  <a:pt x="3587" y="4"/>
                </a:cubicBezTo>
                <a:cubicBezTo>
                  <a:pt x="3557" y="2"/>
                  <a:pt x="3528" y="0"/>
                  <a:pt x="3498" y="0"/>
                </a:cubicBezTo>
                <a:cubicBezTo>
                  <a:pt x="2960" y="0"/>
                  <a:pt x="2507" y="359"/>
                  <a:pt x="2360" y="848"/>
                </a:cubicBezTo>
                <a:cubicBezTo>
                  <a:pt x="2213" y="359"/>
                  <a:pt x="1759" y="0"/>
                  <a:pt x="122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5" name="Google Shape;1555;p108"/>
          <p:cNvSpPr/>
          <p:nvPr/>
        </p:nvSpPr>
        <p:spPr>
          <a:xfrm>
            <a:off x="8202251" y="2397871"/>
            <a:ext cx="167992" cy="154483"/>
          </a:xfrm>
          <a:custGeom>
            <a:rect b="b" l="l" r="r" t="t"/>
            <a:pathLst>
              <a:path extrusionOk="0" h="7995" w="8693">
                <a:moveTo>
                  <a:pt x="4346" y="0"/>
                </a:moveTo>
                <a:cubicBezTo>
                  <a:pt x="4155" y="0"/>
                  <a:pt x="3964" y="107"/>
                  <a:pt x="3885" y="320"/>
                </a:cubicBezTo>
                <a:lnTo>
                  <a:pt x="3138" y="2316"/>
                </a:lnTo>
                <a:cubicBezTo>
                  <a:pt x="3089" y="2449"/>
                  <a:pt x="2966" y="2540"/>
                  <a:pt x="2824" y="2549"/>
                </a:cubicBezTo>
                <a:lnTo>
                  <a:pt x="634" y="2677"/>
                </a:lnTo>
                <a:cubicBezTo>
                  <a:pt x="176" y="2704"/>
                  <a:pt x="0" y="3287"/>
                  <a:pt x="366" y="3563"/>
                </a:cubicBezTo>
                <a:lnTo>
                  <a:pt x="2064" y="4840"/>
                </a:lnTo>
                <a:cubicBezTo>
                  <a:pt x="2183" y="4929"/>
                  <a:pt x="2234" y="5081"/>
                  <a:pt x="2194" y="5223"/>
                </a:cubicBezTo>
                <a:lnTo>
                  <a:pt x="1595" y="7367"/>
                </a:lnTo>
                <a:cubicBezTo>
                  <a:pt x="1500" y="7707"/>
                  <a:pt x="1769" y="7994"/>
                  <a:pt x="2071" y="7994"/>
                </a:cubicBezTo>
                <a:cubicBezTo>
                  <a:pt x="2165" y="7994"/>
                  <a:pt x="2262" y="7966"/>
                  <a:pt x="2352" y="7903"/>
                </a:cubicBezTo>
                <a:lnTo>
                  <a:pt x="4141" y="6647"/>
                </a:lnTo>
                <a:cubicBezTo>
                  <a:pt x="4202" y="6604"/>
                  <a:pt x="4274" y="6582"/>
                  <a:pt x="4346" y="6582"/>
                </a:cubicBezTo>
                <a:cubicBezTo>
                  <a:pt x="4418" y="6582"/>
                  <a:pt x="4490" y="6604"/>
                  <a:pt x="4551" y="6647"/>
                </a:cubicBezTo>
                <a:lnTo>
                  <a:pt x="6339" y="7903"/>
                </a:lnTo>
                <a:cubicBezTo>
                  <a:pt x="6430" y="7966"/>
                  <a:pt x="6527" y="7994"/>
                  <a:pt x="6622" y="7994"/>
                </a:cubicBezTo>
                <a:cubicBezTo>
                  <a:pt x="6923" y="7994"/>
                  <a:pt x="7192" y="7707"/>
                  <a:pt x="7097" y="7367"/>
                </a:cubicBezTo>
                <a:lnTo>
                  <a:pt x="6498" y="5223"/>
                </a:lnTo>
                <a:cubicBezTo>
                  <a:pt x="6459" y="5081"/>
                  <a:pt x="6510" y="4929"/>
                  <a:pt x="6627" y="4840"/>
                </a:cubicBezTo>
                <a:lnTo>
                  <a:pt x="8326" y="3563"/>
                </a:lnTo>
                <a:cubicBezTo>
                  <a:pt x="8692" y="3287"/>
                  <a:pt x="8517" y="2704"/>
                  <a:pt x="8059" y="2677"/>
                </a:cubicBezTo>
                <a:lnTo>
                  <a:pt x="5867" y="2549"/>
                </a:lnTo>
                <a:cubicBezTo>
                  <a:pt x="5726" y="2540"/>
                  <a:pt x="5603" y="2449"/>
                  <a:pt x="5554" y="2316"/>
                </a:cubicBezTo>
                <a:lnTo>
                  <a:pt x="4807" y="320"/>
                </a:lnTo>
                <a:cubicBezTo>
                  <a:pt x="4727" y="107"/>
                  <a:pt x="4537" y="0"/>
                  <a:pt x="434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56" name="Google Shape;1556;p108" title="Screenshot 2025-10-10 at 12.22.49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650" y="2280200"/>
            <a:ext cx="5450175" cy="2251150"/>
          </a:xfrm>
          <a:prstGeom prst="rect">
            <a:avLst/>
          </a:prstGeom>
          <a:noFill/>
          <a:ln>
            <a:noFill/>
          </a:ln>
        </p:spPr>
      </p:pic>
      <p:sp>
        <p:nvSpPr>
          <p:cNvPr id="1557" name="Google Shape;1557;p108"/>
          <p:cNvSpPr txBox="1"/>
          <p:nvPr>
            <p:ph type="title"/>
          </p:nvPr>
        </p:nvSpPr>
        <p:spPr>
          <a:xfrm>
            <a:off x="2347950" y="1781650"/>
            <a:ext cx="4448100" cy="199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ocial Media Report by Slidesgo">
  <a:themeElements>
    <a:clrScheme name="Simple Light">
      <a:dk1>
        <a:srgbClr val="EDE8E2"/>
      </a:dk1>
      <a:lt1>
        <a:srgbClr val="FFFFFF"/>
      </a:lt1>
      <a:dk2>
        <a:srgbClr val="172447"/>
      </a:dk2>
      <a:lt2>
        <a:srgbClr val="434343"/>
      </a:lt2>
      <a:accent1>
        <a:srgbClr val="6DB4B0"/>
      </a:accent1>
      <a:accent2>
        <a:srgbClr val="326A8B"/>
      </a:accent2>
      <a:accent3>
        <a:srgbClr val="33677C"/>
      </a:accent3>
      <a:accent4>
        <a:srgbClr val="DC754A"/>
      </a:accent4>
      <a:accent5>
        <a:srgbClr val="FFB650"/>
      </a:accent5>
      <a:accent6>
        <a:srgbClr val="D14835"/>
      </a:accent6>
      <a:hlink>
        <a:srgbClr val="D148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APER AGENDA">
  <a:themeElements>
    <a:clrScheme name="Simple Light">
      <a:dk1>
        <a:srgbClr val="E9E4DB"/>
      </a:dk1>
      <a:lt1>
        <a:srgbClr val="131313"/>
      </a:lt1>
      <a:dk2>
        <a:srgbClr val="E96A64"/>
      </a:dk2>
      <a:lt2>
        <a:srgbClr val="299F9C"/>
      </a:lt2>
      <a:accent1>
        <a:srgbClr val="C0534D"/>
      </a:accent1>
      <a:accent2>
        <a:srgbClr val="207D7B"/>
      </a:accent2>
      <a:accent3>
        <a:srgbClr val="6E9960"/>
      </a:accent3>
      <a:accent4>
        <a:srgbClr val="444746"/>
      </a:accent4>
      <a:accent5>
        <a:srgbClr val="CDC7B9"/>
      </a:accent5>
      <a:accent6>
        <a:srgbClr val="F5F5F5"/>
      </a:accent6>
      <a:hlink>
        <a:srgbClr val="577D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